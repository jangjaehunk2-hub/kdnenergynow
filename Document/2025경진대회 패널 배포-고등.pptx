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25" d="100"/>
          <a:sy n="25" d="100"/>
        </p:scale>
        <p:origin x="1987" y="-2712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899030"/>
            <a:ext cx="1681421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0" dirty="0" err="1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EnergyNow</a:t>
            </a:r>
            <a:endParaRPr lang="en-US" altLang="ko-KR" sz="12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endParaRPr lang="en-US" altLang="ko-KR" sz="3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45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실시간 발전 데이터를 시각화해 에너지 이해와 활용을 돕는 교육</a:t>
            </a:r>
            <a:r>
              <a:rPr lang="en-US" altLang="ko-KR" sz="45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·</a:t>
            </a:r>
            <a:r>
              <a:rPr lang="ko-KR" altLang="en-US" sz="45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정보 플랫폼</a:t>
            </a:r>
            <a:endParaRPr lang="ko-KR" altLang="en-US" sz="4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6466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잡도리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86934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김환희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이한별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임강혁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장재훈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최승표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77644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박태영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505779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수도전기공업고등학교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  <p:pic>
        <p:nvPicPr>
          <p:cNvPr id="11" name="그림 10" descr="도표, 텍스트, 스크린샷, 라인이(가) 표시된 사진">
            <a:extLst>
              <a:ext uri="{FF2B5EF4-FFF2-40B4-BE49-F238E27FC236}">
                <a16:creationId xmlns:a16="http://schemas.microsoft.com/office/drawing/2014/main" id="{6E92F880-E02E-5AD8-A3CA-132040BA1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31" y="19482258"/>
            <a:ext cx="21758620" cy="74398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7D8326-922A-DD2C-7BCC-62732B7FEDC7}"/>
              </a:ext>
            </a:extLst>
          </p:cNvPr>
          <p:cNvSpPr txBox="1"/>
          <p:nvPr/>
        </p:nvSpPr>
        <p:spPr>
          <a:xfrm>
            <a:off x="987631" y="11084576"/>
            <a:ext cx="23081840" cy="3038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목적</a:t>
            </a:r>
            <a:endParaRPr lang="en-US" altLang="ko-KR" sz="72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저희 웹사이트의 목적은 대한민국 국민이 우리나라의 전력생산 구조와 발전량 변동을 직관적으로 이해하도록 돕고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이를 다양한 분야로 확장시키는 것입니다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A72FB-5A57-0E91-E6D0-19DAA0CF2243}"/>
              </a:ext>
            </a:extLst>
          </p:cNvPr>
          <p:cNvSpPr txBox="1"/>
          <p:nvPr/>
        </p:nvSpPr>
        <p:spPr>
          <a:xfrm>
            <a:off x="987630" y="14122780"/>
            <a:ext cx="22885089" cy="3961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배경</a:t>
            </a:r>
            <a:endParaRPr lang="en-US" altLang="ko-KR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아이디어를 구상할 때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국민들이 실시간으로 발전량을 볼 수 있는 사이트가 없다는 것을 알게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사람들이 에너지 발전량의 흥미를 가지면 우리나라의 에너지 산업의 기대치를 올릴 수 있어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이 웹 사이트를 개발하게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6399B5-EBF2-13D1-AAF4-88B42BE97E1C}"/>
              </a:ext>
            </a:extLst>
          </p:cNvPr>
          <p:cNvSpPr txBox="1"/>
          <p:nvPr/>
        </p:nvSpPr>
        <p:spPr>
          <a:xfrm>
            <a:off x="1015623" y="36992170"/>
            <a:ext cx="21538268" cy="4555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100" dirty="0">
                <a:latin typeface="SUITE Variable Heavy" pitchFamily="2" charset="-127"/>
                <a:ea typeface="SUITE Variable Heavy" pitchFamily="2" charset="-127"/>
              </a:rPr>
              <a:t>기대효과</a:t>
            </a:r>
            <a:endParaRPr lang="en-US" altLang="ko-KR" sz="71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/>
              <a:t>이 프로젝트는 실시간 발전 데이터를 시각적으로 보여줌으로써 </a:t>
            </a:r>
            <a:endParaRPr lang="en-US" altLang="ko-KR" sz="5500" dirty="0"/>
          </a:p>
          <a:p>
            <a:r>
              <a:rPr lang="ko-KR" altLang="en-US" sz="5500" dirty="0"/>
              <a:t>학생들의 체험형 에너지 학습 기회를 제공하고</a:t>
            </a:r>
            <a:r>
              <a:rPr lang="en-US" altLang="ko-KR" sz="5500" dirty="0"/>
              <a:t>,</a:t>
            </a:r>
            <a:r>
              <a:rPr lang="ko-KR" altLang="en-US" sz="5500" dirty="0"/>
              <a:t> 시민들의 환경 의식을 </a:t>
            </a:r>
            <a:endParaRPr lang="en-US" altLang="ko-KR" sz="5500" dirty="0"/>
          </a:p>
          <a:p>
            <a:r>
              <a:rPr lang="ko-KR" altLang="en-US" sz="5500" dirty="0"/>
              <a:t>높입니다</a:t>
            </a:r>
            <a:r>
              <a:rPr lang="en-US" altLang="ko-KR" sz="5500" dirty="0"/>
              <a:t>. </a:t>
            </a:r>
            <a:r>
              <a:rPr lang="ko-KR" altLang="en-US" sz="5500" dirty="0"/>
              <a:t>또한 데이터를 활용해 에너지 산업의 효율적 의사결정을 </a:t>
            </a:r>
            <a:endParaRPr lang="en-US" altLang="ko-KR" sz="5500" dirty="0"/>
          </a:p>
          <a:p>
            <a:r>
              <a:rPr lang="ko-KR" altLang="en-US" sz="5500" dirty="0"/>
              <a:t>지원합니다</a:t>
            </a:r>
            <a:r>
              <a:rPr lang="en-US" altLang="ko-KR" sz="5500" dirty="0"/>
              <a:t>.</a:t>
            </a:r>
            <a:endParaRPr lang="ko-KR" altLang="en-US" sz="5500" dirty="0">
              <a:latin typeface="SUITE Variable Light" pitchFamily="2" charset="-127"/>
              <a:ea typeface="SUITE Variable Light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045430-5DED-A358-B1B6-22F85B6C1A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5163" y="28349969"/>
            <a:ext cx="6569009" cy="611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1245</TotalTime>
  <Words>125</Words>
  <Application>Microsoft Office PowerPoint</Application>
  <PresentationFormat>사용자 지정</PresentationFormat>
  <Paragraphs>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9" baseType="lpstr">
      <vt:lpstr>SUITE Variable ExtraBold</vt:lpstr>
      <vt:lpstr>SUITE Variable Heavy</vt:lpstr>
      <vt:lpstr>SUITE Variable Light</vt:lpstr>
      <vt:lpstr>SUITE Variable Medium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[1학년 9반]최승표</cp:lastModifiedBy>
  <cp:revision>23</cp:revision>
  <dcterms:created xsi:type="dcterms:W3CDTF">2023-10-25T04:17:20Z</dcterms:created>
  <dcterms:modified xsi:type="dcterms:W3CDTF">2025-11-08T12:41:13Z</dcterms:modified>
</cp:coreProperties>
</file>