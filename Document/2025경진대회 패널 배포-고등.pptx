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</p:sldIdLst>
  <p:sldSz cx="25199975" cy="50399950"/>
  <p:notesSz cx="6858000" cy="9144000"/>
  <p:defaultTextStyle>
    <a:defPPr>
      <a:defRPr lang="ko-KR"/>
    </a:defPPr>
    <a:lvl1pPr marL="0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1pPr>
    <a:lvl2pPr marL="1814398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2pPr>
    <a:lvl3pPr marL="362879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3pPr>
    <a:lvl4pPr marL="5443195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4pPr>
    <a:lvl5pPr marL="7257593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5pPr>
    <a:lvl6pPr marL="9071991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6pPr>
    <a:lvl7pPr marL="10886389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7pPr>
    <a:lvl8pPr marL="12700787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8pPr>
    <a:lvl9pPr marL="14515186" algn="l" defTabSz="3628796" rtl="0" eaLnBrk="1" latinLnBrk="1" hangingPunct="1">
      <a:defRPr sz="714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5874" userDrawn="1">
          <p15:clr>
            <a:srgbClr val="A4A3A4"/>
          </p15:clr>
        </p15:guide>
        <p15:guide id="2" pos="7892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AC80"/>
    <a:srgbClr val="004896"/>
    <a:srgbClr val="007D34"/>
    <a:srgbClr val="2EAF4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419" autoAdjust="0"/>
    <p:restoredTop sz="94660"/>
  </p:normalViewPr>
  <p:slideViewPr>
    <p:cSldViewPr snapToGrid="0">
      <p:cViewPr>
        <p:scale>
          <a:sx n="33" d="100"/>
          <a:sy n="33" d="100"/>
        </p:scale>
        <p:origin x="2418" y="24"/>
      </p:cViewPr>
      <p:guideLst>
        <p:guide orient="horz" pos="15874"/>
        <p:guide pos="789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9998" y="8248329"/>
            <a:ext cx="21419979" cy="17546649"/>
          </a:xfrm>
        </p:spPr>
        <p:txBody>
          <a:bodyPr anchor="b"/>
          <a:lstStyle>
            <a:lvl1pPr algn="ctr"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26471644"/>
            <a:ext cx="18899981" cy="12168318"/>
          </a:xfrm>
        </p:spPr>
        <p:txBody>
          <a:bodyPr/>
          <a:lstStyle>
            <a:lvl1pPr marL="0" indent="0" algn="ctr">
              <a:buNone/>
              <a:defRPr sz="6614"/>
            </a:lvl1pPr>
            <a:lvl2pPr marL="1259997" indent="0" algn="ctr">
              <a:buNone/>
              <a:defRPr sz="5512"/>
            </a:lvl2pPr>
            <a:lvl3pPr marL="2519995" indent="0" algn="ctr">
              <a:buNone/>
              <a:defRPr sz="4961"/>
            </a:lvl3pPr>
            <a:lvl4pPr marL="3779992" indent="0" algn="ctr">
              <a:buNone/>
              <a:defRPr sz="4409"/>
            </a:lvl4pPr>
            <a:lvl5pPr marL="5039990" indent="0" algn="ctr">
              <a:buNone/>
              <a:defRPr sz="4409"/>
            </a:lvl5pPr>
            <a:lvl6pPr marL="6299987" indent="0" algn="ctr">
              <a:buNone/>
              <a:defRPr sz="4409"/>
            </a:lvl6pPr>
            <a:lvl7pPr marL="7559985" indent="0" algn="ctr">
              <a:buNone/>
              <a:defRPr sz="4409"/>
            </a:lvl7pPr>
            <a:lvl8pPr marL="8819982" indent="0" algn="ctr">
              <a:buNone/>
              <a:defRPr sz="4409"/>
            </a:lvl8pPr>
            <a:lvl9pPr marL="10079980" indent="0" algn="ctr">
              <a:buNone/>
              <a:defRPr sz="4409"/>
            </a:lvl9pPr>
          </a:lstStyle>
          <a:p>
            <a:r>
              <a:rPr lang="ko-KR" altLang="en-US"/>
              <a:t>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505016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01754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5" y="12565002"/>
            <a:ext cx="21734978" cy="20964976"/>
          </a:xfrm>
        </p:spPr>
        <p:txBody>
          <a:bodyPr anchor="b"/>
          <a:lstStyle>
            <a:lvl1pPr>
              <a:defRPr sz="16535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5" y="33728315"/>
            <a:ext cx="21734978" cy="11024985"/>
          </a:xfrm>
        </p:spPr>
        <p:txBody>
          <a:bodyPr/>
          <a:lstStyle>
            <a:lvl1pPr marL="0" indent="0">
              <a:buNone/>
              <a:defRPr sz="6614">
                <a:solidFill>
                  <a:schemeClr val="tx1"/>
                </a:solidFill>
              </a:defRPr>
            </a:lvl1pPr>
            <a:lvl2pPr marL="1259997" indent="0">
              <a:buNone/>
              <a:defRPr sz="5512">
                <a:solidFill>
                  <a:schemeClr val="tx1">
                    <a:tint val="75000"/>
                  </a:schemeClr>
                </a:solidFill>
              </a:defRPr>
            </a:lvl2pPr>
            <a:lvl3pPr marL="2519995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3pPr>
            <a:lvl4pPr marL="377999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4pPr>
            <a:lvl5pPr marL="503999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5pPr>
            <a:lvl6pPr marL="6299987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6pPr>
            <a:lvl7pPr marL="7559985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7pPr>
            <a:lvl8pPr marL="8819982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8pPr>
            <a:lvl9pPr marL="10079980" indent="0">
              <a:buNone/>
              <a:defRPr sz="4409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71211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13416653"/>
            <a:ext cx="10709989" cy="31978305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84387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2683342"/>
            <a:ext cx="21734978" cy="9741661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3" y="12354992"/>
            <a:ext cx="10660769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3" y="18409982"/>
            <a:ext cx="10660769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9" y="12354992"/>
            <a:ext cx="10713272" cy="6054990"/>
          </a:xfrm>
        </p:spPr>
        <p:txBody>
          <a:bodyPr anchor="b"/>
          <a:lstStyle>
            <a:lvl1pPr marL="0" indent="0">
              <a:buNone/>
              <a:defRPr sz="6614" b="1"/>
            </a:lvl1pPr>
            <a:lvl2pPr marL="1259997" indent="0">
              <a:buNone/>
              <a:defRPr sz="5512" b="1"/>
            </a:lvl2pPr>
            <a:lvl3pPr marL="2519995" indent="0">
              <a:buNone/>
              <a:defRPr sz="4961" b="1"/>
            </a:lvl3pPr>
            <a:lvl4pPr marL="3779992" indent="0">
              <a:buNone/>
              <a:defRPr sz="4409" b="1"/>
            </a:lvl4pPr>
            <a:lvl5pPr marL="5039990" indent="0">
              <a:buNone/>
              <a:defRPr sz="4409" b="1"/>
            </a:lvl5pPr>
            <a:lvl6pPr marL="6299987" indent="0">
              <a:buNone/>
              <a:defRPr sz="4409" b="1"/>
            </a:lvl6pPr>
            <a:lvl7pPr marL="7559985" indent="0">
              <a:buNone/>
              <a:defRPr sz="4409" b="1"/>
            </a:lvl7pPr>
            <a:lvl8pPr marL="8819982" indent="0">
              <a:buNone/>
              <a:defRPr sz="4409" b="1"/>
            </a:lvl8pPr>
            <a:lvl9pPr marL="10079980" indent="0">
              <a:buNone/>
              <a:defRPr sz="4409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9" y="18409982"/>
            <a:ext cx="10713272" cy="2707831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881091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80624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995120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  <p:pic>
        <p:nvPicPr>
          <p:cNvPr id="12" name="그림 1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066"/>
            <a:ext cx="25199975" cy="50397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3815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7256671"/>
            <a:ext cx="12757487" cy="35816631"/>
          </a:xfrm>
        </p:spPr>
        <p:txBody>
          <a:bodyPr/>
          <a:lstStyle>
            <a:lvl1pPr>
              <a:defRPr sz="8819"/>
            </a:lvl1pPr>
            <a:lvl2pPr>
              <a:defRPr sz="7717"/>
            </a:lvl2pPr>
            <a:lvl3pPr>
              <a:defRPr sz="6614"/>
            </a:lvl3pPr>
            <a:lvl4pPr>
              <a:defRPr sz="5512"/>
            </a:lvl4pPr>
            <a:lvl5pPr>
              <a:defRPr sz="5512"/>
            </a:lvl5pPr>
            <a:lvl6pPr>
              <a:defRPr sz="5512"/>
            </a:lvl6pPr>
            <a:lvl7pPr>
              <a:defRPr sz="5512"/>
            </a:lvl7pPr>
            <a:lvl8pPr>
              <a:defRPr sz="5512"/>
            </a:lvl8pPr>
            <a:lvl9pPr>
              <a:defRPr sz="5512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103065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0" y="3359997"/>
            <a:ext cx="8127648" cy="11759988"/>
          </a:xfrm>
        </p:spPr>
        <p:txBody>
          <a:bodyPr anchor="b"/>
          <a:lstStyle>
            <a:lvl1pPr>
              <a:defRPr sz="8819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7256671"/>
            <a:ext cx="12757487" cy="35816631"/>
          </a:xfrm>
        </p:spPr>
        <p:txBody>
          <a:bodyPr anchor="t"/>
          <a:lstStyle>
            <a:lvl1pPr marL="0" indent="0">
              <a:buNone/>
              <a:defRPr sz="8819"/>
            </a:lvl1pPr>
            <a:lvl2pPr marL="1259997" indent="0">
              <a:buNone/>
              <a:defRPr sz="7717"/>
            </a:lvl2pPr>
            <a:lvl3pPr marL="2519995" indent="0">
              <a:buNone/>
              <a:defRPr sz="6614"/>
            </a:lvl3pPr>
            <a:lvl4pPr marL="3779992" indent="0">
              <a:buNone/>
              <a:defRPr sz="5512"/>
            </a:lvl4pPr>
            <a:lvl5pPr marL="5039990" indent="0">
              <a:buNone/>
              <a:defRPr sz="5512"/>
            </a:lvl5pPr>
            <a:lvl6pPr marL="6299987" indent="0">
              <a:buNone/>
              <a:defRPr sz="5512"/>
            </a:lvl6pPr>
            <a:lvl7pPr marL="7559985" indent="0">
              <a:buNone/>
              <a:defRPr sz="5512"/>
            </a:lvl7pPr>
            <a:lvl8pPr marL="8819982" indent="0">
              <a:buNone/>
              <a:defRPr sz="5512"/>
            </a:lvl8pPr>
            <a:lvl9pPr marL="10079980" indent="0">
              <a:buNone/>
              <a:defRPr sz="5512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0" y="15119985"/>
            <a:ext cx="8127648" cy="28011643"/>
          </a:xfrm>
        </p:spPr>
        <p:txBody>
          <a:bodyPr/>
          <a:lstStyle>
            <a:lvl1pPr marL="0" indent="0">
              <a:buNone/>
              <a:defRPr sz="4409"/>
            </a:lvl1pPr>
            <a:lvl2pPr marL="1259997" indent="0">
              <a:buNone/>
              <a:defRPr sz="3858"/>
            </a:lvl2pPr>
            <a:lvl3pPr marL="2519995" indent="0">
              <a:buNone/>
              <a:defRPr sz="3307"/>
            </a:lvl3pPr>
            <a:lvl4pPr marL="3779992" indent="0">
              <a:buNone/>
              <a:defRPr sz="2756"/>
            </a:lvl4pPr>
            <a:lvl5pPr marL="5039990" indent="0">
              <a:buNone/>
              <a:defRPr sz="2756"/>
            </a:lvl5pPr>
            <a:lvl6pPr marL="6299987" indent="0">
              <a:buNone/>
              <a:defRPr sz="2756"/>
            </a:lvl6pPr>
            <a:lvl7pPr marL="7559985" indent="0">
              <a:buNone/>
              <a:defRPr sz="2756"/>
            </a:lvl7pPr>
            <a:lvl8pPr marL="8819982" indent="0">
              <a:buNone/>
              <a:defRPr sz="2756"/>
            </a:lvl8pPr>
            <a:lvl9pPr marL="10079980" indent="0">
              <a:buNone/>
              <a:defRPr sz="2756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19346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242176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3" y="2683331"/>
            <a:ext cx="5433745" cy="4271162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500" y="2683331"/>
            <a:ext cx="15986234" cy="4271162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4114190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2683342"/>
            <a:ext cx="21734978" cy="974166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13416653"/>
            <a:ext cx="21734978" cy="319783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F1DC50-C5CA-44B4-A558-6C26647E5902}" type="datetimeFigureOut">
              <a:rPr lang="ko-KR" altLang="en-US" smtClean="0"/>
              <a:t>2025-10-28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46713298"/>
            <a:ext cx="8504992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46713298"/>
            <a:ext cx="5669994" cy="268333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30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AFE55DF-96A1-4169-BF75-5FD797EEA4C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51203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72" r:id="rId8"/>
    <p:sldLayoutId id="2147483668" r:id="rId9"/>
    <p:sldLayoutId id="2147483669" r:id="rId10"/>
    <p:sldLayoutId id="2147483670" r:id="rId11"/>
    <p:sldLayoutId id="2147483671" r:id="rId12"/>
  </p:sldLayoutIdLst>
  <p:txStyles>
    <p:titleStyle>
      <a:lvl1pPr algn="l" defTabSz="2519995" rtl="0" eaLnBrk="1" latinLnBrk="1" hangingPunct="1">
        <a:lnSpc>
          <a:spcPct val="90000"/>
        </a:lnSpc>
        <a:spcBef>
          <a:spcPct val="0"/>
        </a:spcBef>
        <a:buNone/>
        <a:defRPr sz="1212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629999" indent="-629999" algn="l" defTabSz="2519995" rtl="0" eaLnBrk="1" latinLnBrk="1" hangingPunct="1">
        <a:lnSpc>
          <a:spcPct val="90000"/>
        </a:lnSpc>
        <a:spcBef>
          <a:spcPts val="2756"/>
        </a:spcBef>
        <a:buFont typeface="Arial" panose="020B0604020202020204" pitchFamily="34" charset="0"/>
        <a:buChar char="•"/>
        <a:defRPr sz="7717" kern="1200">
          <a:solidFill>
            <a:schemeClr val="tx1"/>
          </a:solidFill>
          <a:latin typeface="+mn-lt"/>
          <a:ea typeface="+mn-ea"/>
          <a:cs typeface="+mn-cs"/>
        </a:defRPr>
      </a:lvl1pPr>
      <a:lvl2pPr marL="188999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6614" kern="1200">
          <a:solidFill>
            <a:schemeClr val="tx1"/>
          </a:solidFill>
          <a:latin typeface="+mn-lt"/>
          <a:ea typeface="+mn-ea"/>
          <a:cs typeface="+mn-cs"/>
        </a:defRPr>
      </a:lvl2pPr>
      <a:lvl3pPr marL="314999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3pPr>
      <a:lvl4pPr marL="440999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66998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929986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8189984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9449981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709979" indent="-629999" algn="l" defTabSz="2519995" rtl="0" eaLnBrk="1" latinLnBrk="1" hangingPunct="1">
        <a:lnSpc>
          <a:spcPct val="90000"/>
        </a:lnSpc>
        <a:spcBef>
          <a:spcPts val="1378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1pPr>
      <a:lvl2pPr marL="125999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51999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3pPr>
      <a:lvl4pPr marL="377999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4pPr>
      <a:lvl5pPr marL="503999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5pPr>
      <a:lvl6pPr marL="6299987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6pPr>
      <a:lvl7pPr marL="7559985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7pPr>
      <a:lvl8pPr marL="8819982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8pPr>
      <a:lvl9pPr marL="10079980" algn="l" defTabSz="2519995" rtl="0" eaLnBrk="1" latinLnBrk="1" hangingPunct="1">
        <a:defRPr sz="496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그림 5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7739953"/>
            <a:ext cx="2941547" cy="729596"/>
          </a:xfrm>
          <a:prstGeom prst="rect">
            <a:avLst/>
          </a:prstGeom>
        </p:spPr>
      </p:pic>
      <p:pic>
        <p:nvPicPr>
          <p:cNvPr id="58" name="그림 5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6869685"/>
            <a:ext cx="2941547" cy="729596"/>
          </a:xfrm>
          <a:prstGeom prst="rect">
            <a:avLst/>
          </a:prstGeom>
        </p:spPr>
      </p:pic>
      <p:pic>
        <p:nvPicPr>
          <p:cNvPr id="55" name="그림 5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973272"/>
            <a:ext cx="2941547" cy="729596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2399" y="5103300"/>
            <a:ext cx="2941547" cy="729596"/>
          </a:xfrm>
          <a:prstGeom prst="rect">
            <a:avLst/>
          </a:prstGeom>
        </p:spPr>
      </p:pic>
      <p:grpSp>
        <p:nvGrpSpPr>
          <p:cNvPr id="13" name="그룹 12"/>
          <p:cNvGrpSpPr/>
          <p:nvPr/>
        </p:nvGrpSpPr>
        <p:grpSpPr>
          <a:xfrm>
            <a:off x="987631" y="27180548"/>
            <a:ext cx="23081840" cy="914452"/>
            <a:chOff x="987631" y="27180548"/>
            <a:chExt cx="23081840" cy="914452"/>
          </a:xfrm>
        </p:grpSpPr>
        <p:pic>
          <p:nvPicPr>
            <p:cNvPr id="44" name="그림 4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27180548"/>
              <a:ext cx="23081840" cy="910954"/>
            </a:xfrm>
            <a:prstGeom prst="rect">
              <a:avLst/>
            </a:prstGeom>
          </p:spPr>
        </p:pic>
        <p:sp>
          <p:nvSpPr>
            <p:cNvPr id="38" name="TextBox 37"/>
            <p:cNvSpPr txBox="1"/>
            <p:nvPr/>
          </p:nvSpPr>
          <p:spPr>
            <a:xfrm>
              <a:off x="1327255" y="27233226"/>
              <a:ext cx="4419800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주요 기능 및 특징</a:t>
              </a:r>
            </a:p>
          </p:txBody>
        </p:sp>
      </p:grpSp>
      <p:grpSp>
        <p:nvGrpSpPr>
          <p:cNvPr id="10" name="그룹 9"/>
          <p:cNvGrpSpPr/>
          <p:nvPr/>
        </p:nvGrpSpPr>
        <p:grpSpPr>
          <a:xfrm>
            <a:off x="987631" y="35833806"/>
            <a:ext cx="23081840" cy="910954"/>
            <a:chOff x="987631" y="35833806"/>
            <a:chExt cx="23081840" cy="910954"/>
          </a:xfrm>
        </p:grpSpPr>
        <p:pic>
          <p:nvPicPr>
            <p:cNvPr id="45" name="그림 44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35833806"/>
              <a:ext cx="23081840" cy="910954"/>
            </a:xfrm>
            <a:prstGeom prst="rect">
              <a:avLst/>
            </a:prstGeom>
          </p:spPr>
        </p:pic>
        <p:sp>
          <p:nvSpPr>
            <p:cNvPr id="41" name="TextBox 40"/>
            <p:cNvSpPr txBox="1"/>
            <p:nvPr/>
          </p:nvSpPr>
          <p:spPr>
            <a:xfrm>
              <a:off x="1327255" y="35882986"/>
              <a:ext cx="466666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 다이어그램</a:t>
              </a:r>
            </a:p>
          </p:txBody>
        </p:sp>
      </p:grpSp>
      <p:grpSp>
        <p:nvGrpSpPr>
          <p:cNvPr id="15" name="그룹 14"/>
          <p:cNvGrpSpPr/>
          <p:nvPr/>
        </p:nvGrpSpPr>
        <p:grpSpPr>
          <a:xfrm>
            <a:off x="987631" y="9887802"/>
            <a:ext cx="23081840" cy="914452"/>
            <a:chOff x="987631" y="9887802"/>
            <a:chExt cx="23081840" cy="914452"/>
          </a:xfrm>
        </p:grpSpPr>
        <p:pic>
          <p:nvPicPr>
            <p:cNvPr id="54" name="그림 53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9887802"/>
              <a:ext cx="23081840" cy="910954"/>
            </a:xfrm>
            <a:prstGeom prst="rect">
              <a:avLst/>
            </a:prstGeom>
          </p:spPr>
        </p:pic>
        <p:sp>
          <p:nvSpPr>
            <p:cNvPr id="5" name="TextBox 4"/>
            <p:cNvSpPr txBox="1"/>
            <p:nvPr/>
          </p:nvSpPr>
          <p:spPr>
            <a:xfrm>
              <a:off x="1327255" y="9940480"/>
              <a:ext cx="3244799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목적 및 배경</a:t>
              </a:r>
            </a:p>
          </p:txBody>
        </p:sp>
      </p:grpSp>
      <p:sp>
        <p:nvSpPr>
          <p:cNvPr id="16" name="TextBox 15"/>
          <p:cNvSpPr txBox="1"/>
          <p:nvPr/>
        </p:nvSpPr>
        <p:spPr>
          <a:xfrm>
            <a:off x="1327255" y="899030"/>
            <a:ext cx="7157729" cy="332398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0500" dirty="0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제목을</a:t>
            </a:r>
            <a:endParaRPr lang="en-US" altLang="ko-KR" sz="10500" dirty="0">
              <a:solidFill>
                <a:schemeClr val="bg1"/>
              </a:solidFill>
              <a:effectLst>
                <a:outerShdw blurRad="88900" dist="38100" dir="2700000" algn="tl" rotWithShape="0">
                  <a:srgbClr val="004896"/>
                </a:outerShdw>
              </a:effectLst>
              <a:latin typeface="SUITE Variable Heavy" pitchFamily="2" charset="-127"/>
              <a:ea typeface="SUITE Variable Heavy" pitchFamily="2" charset="-127"/>
            </a:endParaRPr>
          </a:p>
          <a:p>
            <a:r>
              <a:rPr lang="ko-KR" altLang="en-US" sz="10500" dirty="0">
                <a:solidFill>
                  <a:schemeClr val="bg1"/>
                </a:solidFill>
                <a:effectLst>
                  <a:outerShdw blurRad="88900" dist="38100" dir="2700000" algn="tl" rotWithShape="0">
                    <a:srgbClr val="004896"/>
                  </a:outerShdw>
                </a:effectLst>
                <a:latin typeface="SUITE Variable Heavy" pitchFamily="2" charset="-127"/>
                <a:ea typeface="SUITE Variable Heavy" pitchFamily="2" charset="-127"/>
              </a:rPr>
              <a:t>입력해주세요</a:t>
            </a:r>
          </a:p>
        </p:txBody>
      </p:sp>
      <p:sp>
        <p:nvSpPr>
          <p:cNvPr id="48" name="직사각형 47"/>
          <p:cNvSpPr/>
          <p:nvPr/>
        </p:nvSpPr>
        <p:spPr>
          <a:xfrm>
            <a:off x="1727417" y="5124450"/>
            <a:ext cx="2176711" cy="70485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 err="1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팀명</a:t>
            </a:r>
            <a:endParaRPr lang="ko-KR" altLang="en-US" sz="4400" dirty="0">
              <a:solidFill>
                <a:srgbClr val="00AC80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49" name="TextBox 48"/>
          <p:cNvSpPr txBox="1"/>
          <p:nvPr/>
        </p:nvSpPr>
        <p:spPr>
          <a:xfrm>
            <a:off x="4427694" y="5116076"/>
            <a:ext cx="1343638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1727417" y="5981700"/>
            <a:ext cx="2176711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팀원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427694" y="5993730"/>
            <a:ext cx="4219425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000, 000 ,000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56" name="직사각형 55"/>
          <p:cNvSpPr/>
          <p:nvPr/>
        </p:nvSpPr>
        <p:spPr>
          <a:xfrm>
            <a:off x="1219201" y="6858000"/>
            <a:ext cx="3067050" cy="7239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kern="100" spc="-3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지도선생님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27694" y="6871384"/>
            <a:ext cx="1550424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 </a:t>
            </a:r>
            <a:endParaRPr lang="ko-KR" altLang="en-US" sz="4400" dirty="0">
              <a:solidFill>
                <a:schemeClr val="bg1"/>
              </a:solidFill>
              <a:latin typeface="SUITE Variable ExtraBold" pitchFamily="2" charset="-127"/>
              <a:ea typeface="SUITE Variable ExtraBold" pitchFamily="2" charset="-127"/>
            </a:endParaRPr>
          </a:p>
        </p:txBody>
      </p:sp>
      <p:sp>
        <p:nvSpPr>
          <p:cNvPr id="60" name="직사각형 59"/>
          <p:cNvSpPr/>
          <p:nvPr/>
        </p:nvSpPr>
        <p:spPr>
          <a:xfrm>
            <a:off x="1727417" y="7676559"/>
            <a:ext cx="2176711" cy="81974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dist"/>
            <a:r>
              <a:rPr lang="ko-KR" altLang="en-US" sz="4400" dirty="0">
                <a:solidFill>
                  <a:srgbClr val="00AC80"/>
                </a:solidFill>
                <a:latin typeface="SUITE Variable ExtraBold" pitchFamily="2" charset="-127"/>
                <a:ea typeface="SUITE Variable ExtraBold" pitchFamily="2" charset="-127"/>
              </a:rPr>
              <a:t>학교명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27694" y="7749039"/>
            <a:ext cx="3369833" cy="769441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r>
              <a:rPr lang="en-US" altLang="ko-KR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000</a:t>
            </a:r>
            <a:r>
              <a:rPr lang="ko-KR" altLang="en-US" sz="4400" dirty="0">
                <a:solidFill>
                  <a:schemeClr val="bg1"/>
                </a:solidFill>
                <a:latin typeface="SUITE Variable ExtraBold" pitchFamily="2" charset="-127"/>
                <a:ea typeface="SUITE Variable ExtraBold" pitchFamily="2" charset="-127"/>
              </a:rPr>
              <a:t>고등학교</a:t>
            </a:r>
          </a:p>
        </p:txBody>
      </p:sp>
      <p:grpSp>
        <p:nvGrpSpPr>
          <p:cNvPr id="17" name="그룹 16"/>
          <p:cNvGrpSpPr/>
          <p:nvPr/>
        </p:nvGrpSpPr>
        <p:grpSpPr>
          <a:xfrm>
            <a:off x="987631" y="18522124"/>
            <a:ext cx="23081840" cy="929890"/>
            <a:chOff x="987631" y="18522124"/>
            <a:chExt cx="23081840" cy="929890"/>
          </a:xfrm>
        </p:grpSpPr>
        <p:pic>
          <p:nvPicPr>
            <p:cNvPr id="9" name="그림 8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87631" y="18522124"/>
              <a:ext cx="23081840" cy="910954"/>
            </a:xfrm>
            <a:prstGeom prst="rect">
              <a:avLst/>
            </a:prstGeom>
          </p:spPr>
        </p:pic>
        <p:sp>
          <p:nvSpPr>
            <p:cNvPr id="67" name="TextBox 66"/>
            <p:cNvSpPr txBox="1"/>
            <p:nvPr/>
          </p:nvSpPr>
          <p:spPr>
            <a:xfrm>
              <a:off x="1327255" y="18590240"/>
              <a:ext cx="3502882" cy="861774"/>
            </a:xfrm>
            <a:prstGeom prst="rect">
              <a:avLst/>
            </a:prstGeom>
            <a:noFill/>
          </p:spPr>
          <p:txBody>
            <a:bodyPr wrap="none" rtlCol="0" anchor="ctr">
              <a:spAutoFit/>
            </a:bodyPr>
            <a:lstStyle/>
            <a:p>
              <a:r>
                <a:rPr lang="ko-KR" altLang="en-US" sz="5000" dirty="0">
                  <a:solidFill>
                    <a:schemeClr val="bg1"/>
                  </a:solidFill>
                  <a:latin typeface="SUITE Variable ExtraBold" pitchFamily="2" charset="-127"/>
                  <a:ea typeface="SUITE Variable ExtraBold" pitchFamily="2" charset="-127"/>
                </a:rPr>
                <a:t>시스템구성도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122861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1016</TotalTime>
  <Words>25</Words>
  <Application>Microsoft Office PowerPoint</Application>
  <PresentationFormat>사용자 지정</PresentationFormat>
  <Paragraphs>14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SUITE Variable ExtraBold</vt:lpstr>
      <vt:lpstr>SUITE Variable Heavy</vt:lpstr>
      <vt:lpstr>Arial</vt:lpstr>
      <vt:lpstr>Calibri</vt:lpstr>
      <vt:lpstr>Calibri Light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계정</dc:creator>
  <cp:lastModifiedBy>현기 홍</cp:lastModifiedBy>
  <cp:revision>19</cp:revision>
  <dcterms:created xsi:type="dcterms:W3CDTF">2023-10-25T04:17:20Z</dcterms:created>
  <dcterms:modified xsi:type="dcterms:W3CDTF">2025-10-28T01:13:56Z</dcterms:modified>
</cp:coreProperties>
</file>