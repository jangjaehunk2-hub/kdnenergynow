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</p:sldIdLst>
  <p:sldSz cx="25199975" cy="50399950"/>
  <p:notesSz cx="6858000" cy="9144000"/>
  <p:defaultTextStyle>
    <a:defPPr>
      <a:defRPr lang="ko-KR"/>
    </a:defPPr>
    <a:lvl1pPr marL="0" algn="l" defTabSz="3628796" rtl="0" eaLnBrk="1" latinLnBrk="1" hangingPunct="1">
      <a:defRPr sz="7143" kern="1200">
        <a:solidFill>
          <a:schemeClr val="tx1"/>
        </a:solidFill>
        <a:latin typeface="+mn-lt"/>
        <a:ea typeface="+mn-ea"/>
        <a:cs typeface="+mn-cs"/>
      </a:defRPr>
    </a:lvl1pPr>
    <a:lvl2pPr marL="1814398" algn="l" defTabSz="3628796" rtl="0" eaLnBrk="1" latinLnBrk="1" hangingPunct="1">
      <a:defRPr sz="7143" kern="1200">
        <a:solidFill>
          <a:schemeClr val="tx1"/>
        </a:solidFill>
        <a:latin typeface="+mn-lt"/>
        <a:ea typeface="+mn-ea"/>
        <a:cs typeface="+mn-cs"/>
      </a:defRPr>
    </a:lvl2pPr>
    <a:lvl3pPr marL="3628796" algn="l" defTabSz="3628796" rtl="0" eaLnBrk="1" latinLnBrk="1" hangingPunct="1">
      <a:defRPr sz="7143" kern="1200">
        <a:solidFill>
          <a:schemeClr val="tx1"/>
        </a:solidFill>
        <a:latin typeface="+mn-lt"/>
        <a:ea typeface="+mn-ea"/>
        <a:cs typeface="+mn-cs"/>
      </a:defRPr>
    </a:lvl3pPr>
    <a:lvl4pPr marL="5443195" algn="l" defTabSz="3628796" rtl="0" eaLnBrk="1" latinLnBrk="1" hangingPunct="1">
      <a:defRPr sz="7143" kern="1200">
        <a:solidFill>
          <a:schemeClr val="tx1"/>
        </a:solidFill>
        <a:latin typeface="+mn-lt"/>
        <a:ea typeface="+mn-ea"/>
        <a:cs typeface="+mn-cs"/>
      </a:defRPr>
    </a:lvl4pPr>
    <a:lvl5pPr marL="7257593" algn="l" defTabSz="3628796" rtl="0" eaLnBrk="1" latinLnBrk="1" hangingPunct="1">
      <a:defRPr sz="7143" kern="1200">
        <a:solidFill>
          <a:schemeClr val="tx1"/>
        </a:solidFill>
        <a:latin typeface="+mn-lt"/>
        <a:ea typeface="+mn-ea"/>
        <a:cs typeface="+mn-cs"/>
      </a:defRPr>
    </a:lvl5pPr>
    <a:lvl6pPr marL="9071991" algn="l" defTabSz="3628796" rtl="0" eaLnBrk="1" latinLnBrk="1" hangingPunct="1">
      <a:defRPr sz="7143" kern="1200">
        <a:solidFill>
          <a:schemeClr val="tx1"/>
        </a:solidFill>
        <a:latin typeface="+mn-lt"/>
        <a:ea typeface="+mn-ea"/>
        <a:cs typeface="+mn-cs"/>
      </a:defRPr>
    </a:lvl6pPr>
    <a:lvl7pPr marL="10886389" algn="l" defTabSz="3628796" rtl="0" eaLnBrk="1" latinLnBrk="1" hangingPunct="1">
      <a:defRPr sz="7143" kern="1200">
        <a:solidFill>
          <a:schemeClr val="tx1"/>
        </a:solidFill>
        <a:latin typeface="+mn-lt"/>
        <a:ea typeface="+mn-ea"/>
        <a:cs typeface="+mn-cs"/>
      </a:defRPr>
    </a:lvl7pPr>
    <a:lvl8pPr marL="12700787" algn="l" defTabSz="3628796" rtl="0" eaLnBrk="1" latinLnBrk="1" hangingPunct="1">
      <a:defRPr sz="7143" kern="1200">
        <a:solidFill>
          <a:schemeClr val="tx1"/>
        </a:solidFill>
        <a:latin typeface="+mn-lt"/>
        <a:ea typeface="+mn-ea"/>
        <a:cs typeface="+mn-cs"/>
      </a:defRPr>
    </a:lvl8pPr>
    <a:lvl9pPr marL="14515186" algn="l" defTabSz="3628796" rtl="0" eaLnBrk="1" latinLnBrk="1" hangingPunct="1">
      <a:defRPr sz="7143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5874" userDrawn="1">
          <p15:clr>
            <a:srgbClr val="A4A3A4"/>
          </p15:clr>
        </p15:guide>
        <p15:guide id="2" pos="7892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AC80"/>
    <a:srgbClr val="004896"/>
    <a:srgbClr val="007D34"/>
    <a:srgbClr val="2EAF4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419" autoAdjust="0"/>
    <p:restoredTop sz="94660"/>
  </p:normalViewPr>
  <p:slideViewPr>
    <p:cSldViewPr snapToGrid="0">
      <p:cViewPr>
        <p:scale>
          <a:sx n="30" d="100"/>
          <a:sy n="30" d="100"/>
        </p:scale>
        <p:origin x="1594" y="-5875"/>
      </p:cViewPr>
      <p:guideLst>
        <p:guide orient="horz" pos="15874"/>
        <p:guide pos="7892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89998" y="8248329"/>
            <a:ext cx="21419979" cy="17546649"/>
          </a:xfrm>
        </p:spPr>
        <p:txBody>
          <a:bodyPr anchor="b"/>
          <a:lstStyle>
            <a:lvl1pPr algn="ctr">
              <a:defRPr sz="16535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149997" y="26471644"/>
            <a:ext cx="18899981" cy="12168318"/>
          </a:xfrm>
        </p:spPr>
        <p:txBody>
          <a:bodyPr/>
          <a:lstStyle>
            <a:lvl1pPr marL="0" indent="0" algn="ctr">
              <a:buNone/>
              <a:defRPr sz="6614"/>
            </a:lvl1pPr>
            <a:lvl2pPr marL="1259997" indent="0" algn="ctr">
              <a:buNone/>
              <a:defRPr sz="5512"/>
            </a:lvl2pPr>
            <a:lvl3pPr marL="2519995" indent="0" algn="ctr">
              <a:buNone/>
              <a:defRPr sz="4961"/>
            </a:lvl3pPr>
            <a:lvl4pPr marL="3779992" indent="0" algn="ctr">
              <a:buNone/>
              <a:defRPr sz="4409"/>
            </a:lvl4pPr>
            <a:lvl5pPr marL="5039990" indent="0" algn="ctr">
              <a:buNone/>
              <a:defRPr sz="4409"/>
            </a:lvl5pPr>
            <a:lvl6pPr marL="6299987" indent="0" algn="ctr">
              <a:buNone/>
              <a:defRPr sz="4409"/>
            </a:lvl6pPr>
            <a:lvl7pPr marL="7559985" indent="0" algn="ctr">
              <a:buNone/>
              <a:defRPr sz="4409"/>
            </a:lvl7pPr>
            <a:lvl8pPr marL="8819982" indent="0" algn="ctr">
              <a:buNone/>
              <a:defRPr sz="4409"/>
            </a:lvl8pPr>
            <a:lvl9pPr marL="10079980" indent="0" algn="ctr">
              <a:buNone/>
              <a:defRPr sz="4409"/>
            </a:lvl9pPr>
          </a:lstStyle>
          <a:p>
            <a:r>
              <a:rPr lang="ko-KR" altLang="en-US"/>
              <a:t>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F1DC50-C5CA-44B4-A558-6C26647E5902}" type="datetimeFigureOut">
              <a:rPr lang="ko-KR" altLang="en-US" smtClean="0"/>
              <a:t>2025-11-10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FE55DF-96A1-4169-BF75-5FD797EEA4C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505016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F1DC50-C5CA-44B4-A558-6C26647E5902}" type="datetimeFigureOut">
              <a:rPr lang="ko-KR" altLang="en-US" smtClean="0"/>
              <a:t>2025-11-10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FE55DF-96A1-4169-BF75-5FD797EEA4C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601754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19375" y="12565002"/>
            <a:ext cx="21734978" cy="20964976"/>
          </a:xfrm>
        </p:spPr>
        <p:txBody>
          <a:bodyPr anchor="b"/>
          <a:lstStyle>
            <a:lvl1pPr>
              <a:defRPr sz="16535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19375" y="33728315"/>
            <a:ext cx="21734978" cy="11024985"/>
          </a:xfrm>
        </p:spPr>
        <p:txBody>
          <a:bodyPr/>
          <a:lstStyle>
            <a:lvl1pPr marL="0" indent="0">
              <a:buNone/>
              <a:defRPr sz="6614">
                <a:solidFill>
                  <a:schemeClr val="tx1"/>
                </a:solidFill>
              </a:defRPr>
            </a:lvl1pPr>
            <a:lvl2pPr marL="1259997" indent="0">
              <a:buNone/>
              <a:defRPr sz="5512">
                <a:solidFill>
                  <a:schemeClr val="tx1">
                    <a:tint val="75000"/>
                  </a:schemeClr>
                </a:solidFill>
              </a:defRPr>
            </a:lvl2pPr>
            <a:lvl3pPr marL="2519995" indent="0">
              <a:buNone/>
              <a:defRPr sz="4961">
                <a:solidFill>
                  <a:schemeClr val="tx1">
                    <a:tint val="75000"/>
                  </a:schemeClr>
                </a:solidFill>
              </a:defRPr>
            </a:lvl3pPr>
            <a:lvl4pPr marL="3779992" indent="0">
              <a:buNone/>
              <a:defRPr sz="4409">
                <a:solidFill>
                  <a:schemeClr val="tx1">
                    <a:tint val="75000"/>
                  </a:schemeClr>
                </a:solidFill>
              </a:defRPr>
            </a:lvl4pPr>
            <a:lvl5pPr marL="5039990" indent="0">
              <a:buNone/>
              <a:defRPr sz="4409">
                <a:solidFill>
                  <a:schemeClr val="tx1">
                    <a:tint val="75000"/>
                  </a:schemeClr>
                </a:solidFill>
              </a:defRPr>
            </a:lvl5pPr>
            <a:lvl6pPr marL="6299987" indent="0">
              <a:buNone/>
              <a:defRPr sz="4409">
                <a:solidFill>
                  <a:schemeClr val="tx1">
                    <a:tint val="75000"/>
                  </a:schemeClr>
                </a:solidFill>
              </a:defRPr>
            </a:lvl6pPr>
            <a:lvl7pPr marL="7559985" indent="0">
              <a:buNone/>
              <a:defRPr sz="4409">
                <a:solidFill>
                  <a:schemeClr val="tx1">
                    <a:tint val="75000"/>
                  </a:schemeClr>
                </a:solidFill>
              </a:defRPr>
            </a:lvl7pPr>
            <a:lvl8pPr marL="8819982" indent="0">
              <a:buNone/>
              <a:defRPr sz="4409">
                <a:solidFill>
                  <a:schemeClr val="tx1">
                    <a:tint val="75000"/>
                  </a:schemeClr>
                </a:solidFill>
              </a:defRPr>
            </a:lvl8pPr>
            <a:lvl9pPr marL="10079980" indent="0">
              <a:buNone/>
              <a:defRPr sz="4409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F1DC50-C5CA-44B4-A558-6C26647E5902}" type="datetimeFigureOut">
              <a:rPr lang="ko-KR" altLang="en-US" smtClean="0"/>
              <a:t>2025-11-10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FE55DF-96A1-4169-BF75-5FD797EEA4C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712119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732498" y="13416653"/>
            <a:ext cx="10709989" cy="3197830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757488" y="13416653"/>
            <a:ext cx="10709989" cy="3197830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F1DC50-C5CA-44B4-A558-6C26647E5902}" type="datetimeFigureOut">
              <a:rPr lang="ko-KR" altLang="en-US" smtClean="0"/>
              <a:t>2025-11-10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FE55DF-96A1-4169-BF75-5FD797EEA4C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843872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35781" y="2683342"/>
            <a:ext cx="21734978" cy="9741661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35783" y="12354992"/>
            <a:ext cx="10660769" cy="6054990"/>
          </a:xfrm>
        </p:spPr>
        <p:txBody>
          <a:bodyPr anchor="b"/>
          <a:lstStyle>
            <a:lvl1pPr marL="0" indent="0">
              <a:buNone/>
              <a:defRPr sz="6614" b="1"/>
            </a:lvl1pPr>
            <a:lvl2pPr marL="1259997" indent="0">
              <a:buNone/>
              <a:defRPr sz="5512" b="1"/>
            </a:lvl2pPr>
            <a:lvl3pPr marL="2519995" indent="0">
              <a:buNone/>
              <a:defRPr sz="4961" b="1"/>
            </a:lvl3pPr>
            <a:lvl4pPr marL="3779992" indent="0">
              <a:buNone/>
              <a:defRPr sz="4409" b="1"/>
            </a:lvl4pPr>
            <a:lvl5pPr marL="5039990" indent="0">
              <a:buNone/>
              <a:defRPr sz="4409" b="1"/>
            </a:lvl5pPr>
            <a:lvl6pPr marL="6299987" indent="0">
              <a:buNone/>
              <a:defRPr sz="4409" b="1"/>
            </a:lvl6pPr>
            <a:lvl7pPr marL="7559985" indent="0">
              <a:buNone/>
              <a:defRPr sz="4409" b="1"/>
            </a:lvl7pPr>
            <a:lvl8pPr marL="8819982" indent="0">
              <a:buNone/>
              <a:defRPr sz="4409" b="1"/>
            </a:lvl8pPr>
            <a:lvl9pPr marL="10079980" indent="0">
              <a:buNone/>
              <a:defRPr sz="4409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735783" y="18409982"/>
            <a:ext cx="10660769" cy="2707831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2757489" y="12354992"/>
            <a:ext cx="10713272" cy="6054990"/>
          </a:xfrm>
        </p:spPr>
        <p:txBody>
          <a:bodyPr anchor="b"/>
          <a:lstStyle>
            <a:lvl1pPr marL="0" indent="0">
              <a:buNone/>
              <a:defRPr sz="6614" b="1"/>
            </a:lvl1pPr>
            <a:lvl2pPr marL="1259997" indent="0">
              <a:buNone/>
              <a:defRPr sz="5512" b="1"/>
            </a:lvl2pPr>
            <a:lvl3pPr marL="2519995" indent="0">
              <a:buNone/>
              <a:defRPr sz="4961" b="1"/>
            </a:lvl3pPr>
            <a:lvl4pPr marL="3779992" indent="0">
              <a:buNone/>
              <a:defRPr sz="4409" b="1"/>
            </a:lvl4pPr>
            <a:lvl5pPr marL="5039990" indent="0">
              <a:buNone/>
              <a:defRPr sz="4409" b="1"/>
            </a:lvl5pPr>
            <a:lvl6pPr marL="6299987" indent="0">
              <a:buNone/>
              <a:defRPr sz="4409" b="1"/>
            </a:lvl6pPr>
            <a:lvl7pPr marL="7559985" indent="0">
              <a:buNone/>
              <a:defRPr sz="4409" b="1"/>
            </a:lvl7pPr>
            <a:lvl8pPr marL="8819982" indent="0">
              <a:buNone/>
              <a:defRPr sz="4409" b="1"/>
            </a:lvl8pPr>
            <a:lvl9pPr marL="10079980" indent="0">
              <a:buNone/>
              <a:defRPr sz="4409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2757489" y="18409982"/>
            <a:ext cx="10713272" cy="2707831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F1DC50-C5CA-44B4-A558-6C26647E5902}" type="datetimeFigureOut">
              <a:rPr lang="ko-KR" altLang="en-US" smtClean="0"/>
              <a:t>2025-11-10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FE55DF-96A1-4169-BF75-5FD797EEA4C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881091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F1DC50-C5CA-44B4-A558-6C26647E5902}" type="datetimeFigureOut">
              <a:rPr lang="ko-KR" altLang="en-US" smtClean="0"/>
              <a:t>2025-11-10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FE55DF-96A1-4169-BF75-5FD797EEA4C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680624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F1DC50-C5CA-44B4-A558-6C26647E5902}" type="datetimeFigureOut">
              <a:rPr lang="ko-KR" altLang="en-US" smtClean="0"/>
              <a:t>2025-11-10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FE55DF-96A1-4169-BF75-5FD797EEA4C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995120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F1DC50-C5CA-44B4-A558-6C26647E5902}" type="datetimeFigureOut">
              <a:rPr lang="ko-KR" altLang="en-US" smtClean="0"/>
              <a:t>2025-11-10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FE55DF-96A1-4169-BF75-5FD797EEA4C3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12" name="그림 11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066"/>
            <a:ext cx="25199975" cy="503978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38157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35780" y="3359997"/>
            <a:ext cx="8127648" cy="11759988"/>
          </a:xfrm>
        </p:spPr>
        <p:txBody>
          <a:bodyPr anchor="b"/>
          <a:lstStyle>
            <a:lvl1pPr>
              <a:defRPr sz="8819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713272" y="7256671"/>
            <a:ext cx="12757487" cy="35816631"/>
          </a:xfrm>
        </p:spPr>
        <p:txBody>
          <a:bodyPr/>
          <a:lstStyle>
            <a:lvl1pPr>
              <a:defRPr sz="8819"/>
            </a:lvl1pPr>
            <a:lvl2pPr>
              <a:defRPr sz="7717"/>
            </a:lvl2pPr>
            <a:lvl3pPr>
              <a:defRPr sz="6614"/>
            </a:lvl3pPr>
            <a:lvl4pPr>
              <a:defRPr sz="5512"/>
            </a:lvl4pPr>
            <a:lvl5pPr>
              <a:defRPr sz="5512"/>
            </a:lvl5pPr>
            <a:lvl6pPr>
              <a:defRPr sz="5512"/>
            </a:lvl6pPr>
            <a:lvl7pPr>
              <a:defRPr sz="5512"/>
            </a:lvl7pPr>
            <a:lvl8pPr>
              <a:defRPr sz="5512"/>
            </a:lvl8pPr>
            <a:lvl9pPr>
              <a:defRPr sz="5512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35780" y="15119985"/>
            <a:ext cx="8127648" cy="28011643"/>
          </a:xfrm>
        </p:spPr>
        <p:txBody>
          <a:bodyPr/>
          <a:lstStyle>
            <a:lvl1pPr marL="0" indent="0">
              <a:buNone/>
              <a:defRPr sz="4409"/>
            </a:lvl1pPr>
            <a:lvl2pPr marL="1259997" indent="0">
              <a:buNone/>
              <a:defRPr sz="3858"/>
            </a:lvl2pPr>
            <a:lvl3pPr marL="2519995" indent="0">
              <a:buNone/>
              <a:defRPr sz="3307"/>
            </a:lvl3pPr>
            <a:lvl4pPr marL="3779992" indent="0">
              <a:buNone/>
              <a:defRPr sz="2756"/>
            </a:lvl4pPr>
            <a:lvl5pPr marL="5039990" indent="0">
              <a:buNone/>
              <a:defRPr sz="2756"/>
            </a:lvl5pPr>
            <a:lvl6pPr marL="6299987" indent="0">
              <a:buNone/>
              <a:defRPr sz="2756"/>
            </a:lvl6pPr>
            <a:lvl7pPr marL="7559985" indent="0">
              <a:buNone/>
              <a:defRPr sz="2756"/>
            </a:lvl7pPr>
            <a:lvl8pPr marL="8819982" indent="0">
              <a:buNone/>
              <a:defRPr sz="2756"/>
            </a:lvl8pPr>
            <a:lvl9pPr marL="10079980" indent="0">
              <a:buNone/>
              <a:defRPr sz="2756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F1DC50-C5CA-44B4-A558-6C26647E5902}" type="datetimeFigureOut">
              <a:rPr lang="ko-KR" altLang="en-US" smtClean="0"/>
              <a:t>2025-11-10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FE55DF-96A1-4169-BF75-5FD797EEA4C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103065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35780" y="3359997"/>
            <a:ext cx="8127648" cy="11759988"/>
          </a:xfrm>
        </p:spPr>
        <p:txBody>
          <a:bodyPr anchor="b"/>
          <a:lstStyle>
            <a:lvl1pPr>
              <a:defRPr sz="8819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0713272" y="7256671"/>
            <a:ext cx="12757487" cy="35816631"/>
          </a:xfrm>
        </p:spPr>
        <p:txBody>
          <a:bodyPr anchor="t"/>
          <a:lstStyle>
            <a:lvl1pPr marL="0" indent="0">
              <a:buNone/>
              <a:defRPr sz="8819"/>
            </a:lvl1pPr>
            <a:lvl2pPr marL="1259997" indent="0">
              <a:buNone/>
              <a:defRPr sz="7717"/>
            </a:lvl2pPr>
            <a:lvl3pPr marL="2519995" indent="0">
              <a:buNone/>
              <a:defRPr sz="6614"/>
            </a:lvl3pPr>
            <a:lvl4pPr marL="3779992" indent="0">
              <a:buNone/>
              <a:defRPr sz="5512"/>
            </a:lvl4pPr>
            <a:lvl5pPr marL="5039990" indent="0">
              <a:buNone/>
              <a:defRPr sz="5512"/>
            </a:lvl5pPr>
            <a:lvl6pPr marL="6299987" indent="0">
              <a:buNone/>
              <a:defRPr sz="5512"/>
            </a:lvl6pPr>
            <a:lvl7pPr marL="7559985" indent="0">
              <a:buNone/>
              <a:defRPr sz="5512"/>
            </a:lvl7pPr>
            <a:lvl8pPr marL="8819982" indent="0">
              <a:buNone/>
              <a:defRPr sz="5512"/>
            </a:lvl8pPr>
            <a:lvl9pPr marL="10079980" indent="0">
              <a:buNone/>
              <a:defRPr sz="5512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35780" y="15119985"/>
            <a:ext cx="8127648" cy="28011643"/>
          </a:xfrm>
        </p:spPr>
        <p:txBody>
          <a:bodyPr/>
          <a:lstStyle>
            <a:lvl1pPr marL="0" indent="0">
              <a:buNone/>
              <a:defRPr sz="4409"/>
            </a:lvl1pPr>
            <a:lvl2pPr marL="1259997" indent="0">
              <a:buNone/>
              <a:defRPr sz="3858"/>
            </a:lvl2pPr>
            <a:lvl3pPr marL="2519995" indent="0">
              <a:buNone/>
              <a:defRPr sz="3307"/>
            </a:lvl3pPr>
            <a:lvl4pPr marL="3779992" indent="0">
              <a:buNone/>
              <a:defRPr sz="2756"/>
            </a:lvl4pPr>
            <a:lvl5pPr marL="5039990" indent="0">
              <a:buNone/>
              <a:defRPr sz="2756"/>
            </a:lvl5pPr>
            <a:lvl6pPr marL="6299987" indent="0">
              <a:buNone/>
              <a:defRPr sz="2756"/>
            </a:lvl6pPr>
            <a:lvl7pPr marL="7559985" indent="0">
              <a:buNone/>
              <a:defRPr sz="2756"/>
            </a:lvl7pPr>
            <a:lvl8pPr marL="8819982" indent="0">
              <a:buNone/>
              <a:defRPr sz="2756"/>
            </a:lvl8pPr>
            <a:lvl9pPr marL="10079980" indent="0">
              <a:buNone/>
              <a:defRPr sz="2756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F1DC50-C5CA-44B4-A558-6C26647E5902}" type="datetimeFigureOut">
              <a:rPr lang="ko-KR" altLang="en-US" smtClean="0"/>
              <a:t>2025-11-10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FE55DF-96A1-4169-BF75-5FD797EEA4C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1934646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F1DC50-C5CA-44B4-A558-6C26647E5902}" type="datetimeFigureOut">
              <a:rPr lang="ko-KR" altLang="en-US" smtClean="0"/>
              <a:t>2025-11-10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FE55DF-96A1-4169-BF75-5FD797EEA4C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2421767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8033733" y="2683331"/>
            <a:ext cx="5433745" cy="4271162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732500" y="2683331"/>
            <a:ext cx="15986234" cy="4271162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F1DC50-C5CA-44B4-A558-6C26647E5902}" type="datetimeFigureOut">
              <a:rPr lang="ko-KR" altLang="en-US" smtClean="0"/>
              <a:t>2025-11-10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FE55DF-96A1-4169-BF75-5FD797EEA4C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4114190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732499" y="2683342"/>
            <a:ext cx="21734978" cy="974166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32499" y="13416653"/>
            <a:ext cx="21734978" cy="3197830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732498" y="46713298"/>
            <a:ext cx="5669994" cy="268333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3307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BF1DC50-C5CA-44B4-A558-6C26647E5902}" type="datetimeFigureOut">
              <a:rPr lang="ko-KR" altLang="en-US" smtClean="0"/>
              <a:t>2025-11-10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8347492" y="46713298"/>
            <a:ext cx="8504992" cy="268333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3307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7797483" y="46713298"/>
            <a:ext cx="5669994" cy="268333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3307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AFE55DF-96A1-4169-BF75-5FD797EEA4C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851203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72" r:id="rId8"/>
    <p:sldLayoutId id="2147483668" r:id="rId9"/>
    <p:sldLayoutId id="2147483669" r:id="rId10"/>
    <p:sldLayoutId id="2147483670" r:id="rId11"/>
    <p:sldLayoutId id="2147483671" r:id="rId12"/>
  </p:sldLayoutIdLst>
  <p:txStyles>
    <p:titleStyle>
      <a:lvl1pPr algn="l" defTabSz="2519995" rtl="0" eaLnBrk="1" latinLnBrk="1" hangingPunct="1">
        <a:lnSpc>
          <a:spcPct val="90000"/>
        </a:lnSpc>
        <a:spcBef>
          <a:spcPct val="0"/>
        </a:spcBef>
        <a:buNone/>
        <a:defRPr sz="12126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629999" indent="-629999" algn="l" defTabSz="2519995" rtl="0" eaLnBrk="1" latinLnBrk="1" hangingPunct="1">
        <a:lnSpc>
          <a:spcPct val="90000"/>
        </a:lnSpc>
        <a:spcBef>
          <a:spcPts val="2756"/>
        </a:spcBef>
        <a:buFont typeface="Arial" panose="020B0604020202020204" pitchFamily="34" charset="0"/>
        <a:buChar char="•"/>
        <a:defRPr sz="7717" kern="1200">
          <a:solidFill>
            <a:schemeClr val="tx1"/>
          </a:solidFill>
          <a:latin typeface="+mn-lt"/>
          <a:ea typeface="+mn-ea"/>
          <a:cs typeface="+mn-cs"/>
        </a:defRPr>
      </a:lvl1pPr>
      <a:lvl2pPr marL="1889996" indent="-629999" algn="l" defTabSz="2519995" rtl="0" eaLnBrk="1" latinLnBrk="1" hangingPunct="1">
        <a:lnSpc>
          <a:spcPct val="90000"/>
        </a:lnSpc>
        <a:spcBef>
          <a:spcPts val="1378"/>
        </a:spcBef>
        <a:buFont typeface="Arial" panose="020B0604020202020204" pitchFamily="34" charset="0"/>
        <a:buChar char="•"/>
        <a:defRPr sz="6614" kern="1200">
          <a:solidFill>
            <a:schemeClr val="tx1"/>
          </a:solidFill>
          <a:latin typeface="+mn-lt"/>
          <a:ea typeface="+mn-ea"/>
          <a:cs typeface="+mn-cs"/>
        </a:defRPr>
      </a:lvl2pPr>
      <a:lvl3pPr marL="3149994" indent="-629999" algn="l" defTabSz="2519995" rtl="0" eaLnBrk="1" latinLnBrk="1" hangingPunct="1">
        <a:lnSpc>
          <a:spcPct val="90000"/>
        </a:lnSpc>
        <a:spcBef>
          <a:spcPts val="1378"/>
        </a:spcBef>
        <a:buFont typeface="Arial" panose="020B0604020202020204" pitchFamily="34" charset="0"/>
        <a:buChar char="•"/>
        <a:defRPr sz="5512" kern="1200">
          <a:solidFill>
            <a:schemeClr val="tx1"/>
          </a:solidFill>
          <a:latin typeface="+mn-lt"/>
          <a:ea typeface="+mn-ea"/>
          <a:cs typeface="+mn-cs"/>
        </a:defRPr>
      </a:lvl3pPr>
      <a:lvl4pPr marL="4409991" indent="-629999" algn="l" defTabSz="2519995" rtl="0" eaLnBrk="1" latinLnBrk="1" hangingPunct="1">
        <a:lnSpc>
          <a:spcPct val="90000"/>
        </a:lnSpc>
        <a:spcBef>
          <a:spcPts val="1378"/>
        </a:spcBef>
        <a:buFont typeface="Arial" panose="020B0604020202020204" pitchFamily="34" charset="0"/>
        <a:buChar char="•"/>
        <a:defRPr sz="4961" kern="1200">
          <a:solidFill>
            <a:schemeClr val="tx1"/>
          </a:solidFill>
          <a:latin typeface="+mn-lt"/>
          <a:ea typeface="+mn-ea"/>
          <a:cs typeface="+mn-cs"/>
        </a:defRPr>
      </a:lvl4pPr>
      <a:lvl5pPr marL="5669989" indent="-629999" algn="l" defTabSz="2519995" rtl="0" eaLnBrk="1" latinLnBrk="1" hangingPunct="1">
        <a:lnSpc>
          <a:spcPct val="90000"/>
        </a:lnSpc>
        <a:spcBef>
          <a:spcPts val="1378"/>
        </a:spcBef>
        <a:buFont typeface="Arial" panose="020B0604020202020204" pitchFamily="34" charset="0"/>
        <a:buChar char="•"/>
        <a:defRPr sz="4961" kern="1200">
          <a:solidFill>
            <a:schemeClr val="tx1"/>
          </a:solidFill>
          <a:latin typeface="+mn-lt"/>
          <a:ea typeface="+mn-ea"/>
          <a:cs typeface="+mn-cs"/>
        </a:defRPr>
      </a:lvl5pPr>
      <a:lvl6pPr marL="6929986" indent="-629999" algn="l" defTabSz="2519995" rtl="0" eaLnBrk="1" latinLnBrk="1" hangingPunct="1">
        <a:lnSpc>
          <a:spcPct val="90000"/>
        </a:lnSpc>
        <a:spcBef>
          <a:spcPts val="1378"/>
        </a:spcBef>
        <a:buFont typeface="Arial" panose="020B0604020202020204" pitchFamily="34" charset="0"/>
        <a:buChar char="•"/>
        <a:defRPr sz="4961" kern="1200">
          <a:solidFill>
            <a:schemeClr val="tx1"/>
          </a:solidFill>
          <a:latin typeface="+mn-lt"/>
          <a:ea typeface="+mn-ea"/>
          <a:cs typeface="+mn-cs"/>
        </a:defRPr>
      </a:lvl6pPr>
      <a:lvl7pPr marL="8189984" indent="-629999" algn="l" defTabSz="2519995" rtl="0" eaLnBrk="1" latinLnBrk="1" hangingPunct="1">
        <a:lnSpc>
          <a:spcPct val="90000"/>
        </a:lnSpc>
        <a:spcBef>
          <a:spcPts val="1378"/>
        </a:spcBef>
        <a:buFont typeface="Arial" panose="020B0604020202020204" pitchFamily="34" charset="0"/>
        <a:buChar char="•"/>
        <a:defRPr sz="4961" kern="1200">
          <a:solidFill>
            <a:schemeClr val="tx1"/>
          </a:solidFill>
          <a:latin typeface="+mn-lt"/>
          <a:ea typeface="+mn-ea"/>
          <a:cs typeface="+mn-cs"/>
        </a:defRPr>
      </a:lvl7pPr>
      <a:lvl8pPr marL="9449981" indent="-629999" algn="l" defTabSz="2519995" rtl="0" eaLnBrk="1" latinLnBrk="1" hangingPunct="1">
        <a:lnSpc>
          <a:spcPct val="90000"/>
        </a:lnSpc>
        <a:spcBef>
          <a:spcPts val="1378"/>
        </a:spcBef>
        <a:buFont typeface="Arial" panose="020B0604020202020204" pitchFamily="34" charset="0"/>
        <a:buChar char="•"/>
        <a:defRPr sz="4961" kern="1200">
          <a:solidFill>
            <a:schemeClr val="tx1"/>
          </a:solidFill>
          <a:latin typeface="+mn-lt"/>
          <a:ea typeface="+mn-ea"/>
          <a:cs typeface="+mn-cs"/>
        </a:defRPr>
      </a:lvl8pPr>
      <a:lvl9pPr marL="10709979" indent="-629999" algn="l" defTabSz="2519995" rtl="0" eaLnBrk="1" latinLnBrk="1" hangingPunct="1">
        <a:lnSpc>
          <a:spcPct val="90000"/>
        </a:lnSpc>
        <a:spcBef>
          <a:spcPts val="1378"/>
        </a:spcBef>
        <a:buFont typeface="Arial" panose="020B0604020202020204" pitchFamily="34" charset="0"/>
        <a:buChar char="•"/>
        <a:defRPr sz="496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519995" rtl="0" eaLnBrk="1" latinLnBrk="1" hangingPunct="1">
        <a:defRPr sz="4961" kern="1200">
          <a:solidFill>
            <a:schemeClr val="tx1"/>
          </a:solidFill>
          <a:latin typeface="+mn-lt"/>
          <a:ea typeface="+mn-ea"/>
          <a:cs typeface="+mn-cs"/>
        </a:defRPr>
      </a:lvl1pPr>
      <a:lvl2pPr marL="1259997" algn="l" defTabSz="2519995" rtl="0" eaLnBrk="1" latinLnBrk="1" hangingPunct="1">
        <a:defRPr sz="4961" kern="1200">
          <a:solidFill>
            <a:schemeClr val="tx1"/>
          </a:solidFill>
          <a:latin typeface="+mn-lt"/>
          <a:ea typeface="+mn-ea"/>
          <a:cs typeface="+mn-cs"/>
        </a:defRPr>
      </a:lvl2pPr>
      <a:lvl3pPr marL="2519995" algn="l" defTabSz="2519995" rtl="0" eaLnBrk="1" latinLnBrk="1" hangingPunct="1">
        <a:defRPr sz="4961" kern="1200">
          <a:solidFill>
            <a:schemeClr val="tx1"/>
          </a:solidFill>
          <a:latin typeface="+mn-lt"/>
          <a:ea typeface="+mn-ea"/>
          <a:cs typeface="+mn-cs"/>
        </a:defRPr>
      </a:lvl3pPr>
      <a:lvl4pPr marL="3779992" algn="l" defTabSz="2519995" rtl="0" eaLnBrk="1" latinLnBrk="1" hangingPunct="1">
        <a:defRPr sz="4961" kern="1200">
          <a:solidFill>
            <a:schemeClr val="tx1"/>
          </a:solidFill>
          <a:latin typeface="+mn-lt"/>
          <a:ea typeface="+mn-ea"/>
          <a:cs typeface="+mn-cs"/>
        </a:defRPr>
      </a:lvl4pPr>
      <a:lvl5pPr marL="5039990" algn="l" defTabSz="2519995" rtl="0" eaLnBrk="1" latinLnBrk="1" hangingPunct="1">
        <a:defRPr sz="4961" kern="1200">
          <a:solidFill>
            <a:schemeClr val="tx1"/>
          </a:solidFill>
          <a:latin typeface="+mn-lt"/>
          <a:ea typeface="+mn-ea"/>
          <a:cs typeface="+mn-cs"/>
        </a:defRPr>
      </a:lvl5pPr>
      <a:lvl6pPr marL="6299987" algn="l" defTabSz="2519995" rtl="0" eaLnBrk="1" latinLnBrk="1" hangingPunct="1">
        <a:defRPr sz="4961" kern="1200">
          <a:solidFill>
            <a:schemeClr val="tx1"/>
          </a:solidFill>
          <a:latin typeface="+mn-lt"/>
          <a:ea typeface="+mn-ea"/>
          <a:cs typeface="+mn-cs"/>
        </a:defRPr>
      </a:lvl6pPr>
      <a:lvl7pPr marL="7559985" algn="l" defTabSz="2519995" rtl="0" eaLnBrk="1" latinLnBrk="1" hangingPunct="1">
        <a:defRPr sz="4961" kern="1200">
          <a:solidFill>
            <a:schemeClr val="tx1"/>
          </a:solidFill>
          <a:latin typeface="+mn-lt"/>
          <a:ea typeface="+mn-ea"/>
          <a:cs typeface="+mn-cs"/>
        </a:defRPr>
      </a:lvl7pPr>
      <a:lvl8pPr marL="8819982" algn="l" defTabSz="2519995" rtl="0" eaLnBrk="1" latinLnBrk="1" hangingPunct="1">
        <a:defRPr sz="4961" kern="1200">
          <a:solidFill>
            <a:schemeClr val="tx1"/>
          </a:solidFill>
          <a:latin typeface="+mn-lt"/>
          <a:ea typeface="+mn-ea"/>
          <a:cs typeface="+mn-cs"/>
        </a:defRPr>
      </a:lvl8pPr>
      <a:lvl9pPr marL="10079980" algn="l" defTabSz="2519995" rtl="0" eaLnBrk="1" latinLnBrk="1" hangingPunct="1">
        <a:defRPr sz="496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9" name="그림 58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92399" y="7739953"/>
            <a:ext cx="2941547" cy="729596"/>
          </a:xfrm>
          <a:prstGeom prst="rect">
            <a:avLst/>
          </a:prstGeom>
        </p:spPr>
      </p:pic>
      <p:pic>
        <p:nvPicPr>
          <p:cNvPr id="58" name="그림 57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92399" y="6869685"/>
            <a:ext cx="2941547" cy="729596"/>
          </a:xfrm>
          <a:prstGeom prst="rect">
            <a:avLst/>
          </a:prstGeom>
        </p:spPr>
      </p:pic>
      <p:pic>
        <p:nvPicPr>
          <p:cNvPr id="55" name="그림 54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92399" y="5973272"/>
            <a:ext cx="2941547" cy="729596"/>
          </a:xfrm>
          <a:prstGeom prst="rect">
            <a:avLst/>
          </a:prstGeom>
        </p:spPr>
      </p:pic>
      <p:pic>
        <p:nvPicPr>
          <p:cNvPr id="8" name="그림 7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92399" y="5103300"/>
            <a:ext cx="2941547" cy="729596"/>
          </a:xfrm>
          <a:prstGeom prst="rect">
            <a:avLst/>
          </a:prstGeom>
        </p:spPr>
      </p:pic>
      <p:grpSp>
        <p:nvGrpSpPr>
          <p:cNvPr id="13" name="그룹 12"/>
          <p:cNvGrpSpPr/>
          <p:nvPr/>
        </p:nvGrpSpPr>
        <p:grpSpPr>
          <a:xfrm>
            <a:off x="987631" y="27180548"/>
            <a:ext cx="23081840" cy="914452"/>
            <a:chOff x="987631" y="27180548"/>
            <a:chExt cx="23081840" cy="914452"/>
          </a:xfrm>
        </p:grpSpPr>
        <p:pic>
          <p:nvPicPr>
            <p:cNvPr id="44" name="그림 43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87631" y="27180548"/>
              <a:ext cx="23081840" cy="910954"/>
            </a:xfrm>
            <a:prstGeom prst="rect">
              <a:avLst/>
            </a:prstGeom>
          </p:spPr>
        </p:pic>
        <p:sp>
          <p:nvSpPr>
            <p:cNvPr id="38" name="TextBox 37"/>
            <p:cNvSpPr txBox="1"/>
            <p:nvPr/>
          </p:nvSpPr>
          <p:spPr>
            <a:xfrm>
              <a:off x="1327255" y="27233226"/>
              <a:ext cx="4419800" cy="861774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r>
                <a:rPr lang="ko-KR" altLang="en-US" sz="5000" dirty="0">
                  <a:solidFill>
                    <a:schemeClr val="bg1"/>
                  </a:solidFill>
                  <a:latin typeface="SUITE Variable ExtraBold" pitchFamily="2" charset="-127"/>
                  <a:ea typeface="SUITE Variable ExtraBold" pitchFamily="2" charset="-127"/>
                </a:rPr>
                <a:t>주요 기능 및 특징</a:t>
              </a:r>
            </a:p>
          </p:txBody>
        </p:sp>
      </p:grpSp>
      <p:grpSp>
        <p:nvGrpSpPr>
          <p:cNvPr id="10" name="그룹 9"/>
          <p:cNvGrpSpPr/>
          <p:nvPr/>
        </p:nvGrpSpPr>
        <p:grpSpPr>
          <a:xfrm>
            <a:off x="987631" y="35833806"/>
            <a:ext cx="23081840" cy="910954"/>
            <a:chOff x="987631" y="35833806"/>
            <a:chExt cx="23081840" cy="910954"/>
          </a:xfrm>
        </p:grpSpPr>
        <p:pic>
          <p:nvPicPr>
            <p:cNvPr id="45" name="그림 44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87631" y="35833806"/>
              <a:ext cx="23081840" cy="910954"/>
            </a:xfrm>
            <a:prstGeom prst="rect">
              <a:avLst/>
            </a:prstGeom>
          </p:spPr>
        </p:pic>
        <p:sp>
          <p:nvSpPr>
            <p:cNvPr id="41" name="TextBox 40"/>
            <p:cNvSpPr txBox="1"/>
            <p:nvPr/>
          </p:nvSpPr>
          <p:spPr>
            <a:xfrm>
              <a:off x="1327255" y="35882986"/>
              <a:ext cx="4666662" cy="861774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r>
                <a:rPr lang="ko-KR" altLang="en-US" sz="5000" dirty="0">
                  <a:solidFill>
                    <a:schemeClr val="bg1"/>
                  </a:solidFill>
                  <a:latin typeface="SUITE Variable ExtraBold" pitchFamily="2" charset="-127"/>
                  <a:ea typeface="SUITE Variable ExtraBold" pitchFamily="2" charset="-127"/>
                </a:rPr>
                <a:t>시스템 다이어그램</a:t>
              </a:r>
            </a:p>
          </p:txBody>
        </p:sp>
      </p:grpSp>
      <p:grpSp>
        <p:nvGrpSpPr>
          <p:cNvPr id="15" name="그룹 14"/>
          <p:cNvGrpSpPr/>
          <p:nvPr/>
        </p:nvGrpSpPr>
        <p:grpSpPr>
          <a:xfrm>
            <a:off x="987631" y="9887802"/>
            <a:ext cx="23081840" cy="914452"/>
            <a:chOff x="987631" y="9887802"/>
            <a:chExt cx="23081840" cy="914452"/>
          </a:xfrm>
        </p:grpSpPr>
        <p:pic>
          <p:nvPicPr>
            <p:cNvPr id="54" name="그림 53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87631" y="9887802"/>
              <a:ext cx="23081840" cy="910954"/>
            </a:xfrm>
            <a:prstGeom prst="rect">
              <a:avLst/>
            </a:prstGeom>
          </p:spPr>
        </p:pic>
        <p:sp>
          <p:nvSpPr>
            <p:cNvPr id="5" name="TextBox 4"/>
            <p:cNvSpPr txBox="1"/>
            <p:nvPr/>
          </p:nvSpPr>
          <p:spPr>
            <a:xfrm>
              <a:off x="1327255" y="9940480"/>
              <a:ext cx="3244799" cy="861774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r>
                <a:rPr lang="ko-KR" altLang="en-US" sz="5000" dirty="0">
                  <a:solidFill>
                    <a:schemeClr val="bg1"/>
                  </a:solidFill>
                  <a:latin typeface="SUITE Variable ExtraBold" pitchFamily="2" charset="-127"/>
                  <a:ea typeface="SUITE Variable ExtraBold" pitchFamily="2" charset="-127"/>
                </a:rPr>
                <a:t>목적 및 배경</a:t>
              </a:r>
            </a:p>
          </p:txBody>
        </p:sp>
      </p:grpSp>
      <p:sp>
        <p:nvSpPr>
          <p:cNvPr id="16" name="TextBox 15"/>
          <p:cNvSpPr txBox="1"/>
          <p:nvPr/>
        </p:nvSpPr>
        <p:spPr>
          <a:xfrm>
            <a:off x="1327255" y="1291081"/>
            <a:ext cx="16814218" cy="27853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0" dirty="0" err="1">
                <a:solidFill>
                  <a:schemeClr val="bg1"/>
                </a:solidFill>
                <a:effectLst>
                  <a:outerShdw blurRad="88900" dist="38100" dir="2700000" algn="tl" rotWithShape="0">
                    <a:srgbClr val="004896"/>
                  </a:outerShdw>
                </a:effectLst>
                <a:latin typeface="SUITE Variable Heavy" pitchFamily="2" charset="-127"/>
                <a:ea typeface="SUITE Variable Heavy" pitchFamily="2" charset="-127"/>
              </a:rPr>
              <a:t>EnergyNow</a:t>
            </a:r>
            <a:endParaRPr lang="en-US" altLang="ko-KR" sz="12000" dirty="0">
              <a:solidFill>
                <a:schemeClr val="bg1"/>
              </a:solidFill>
              <a:effectLst>
                <a:outerShdw blurRad="88900" dist="38100" dir="2700000" algn="tl" rotWithShape="0">
                  <a:srgbClr val="004896"/>
                </a:outerShdw>
              </a:effectLst>
              <a:latin typeface="SUITE Variable Heavy" pitchFamily="2" charset="-127"/>
              <a:ea typeface="SUITE Variable Heavy" pitchFamily="2" charset="-127"/>
            </a:endParaRPr>
          </a:p>
          <a:p>
            <a:endParaRPr lang="en-US" altLang="ko-KR" sz="1500" dirty="0">
              <a:solidFill>
                <a:schemeClr val="bg1"/>
              </a:solidFill>
              <a:effectLst>
                <a:outerShdw blurRad="88900" dist="38100" dir="2700000" algn="tl" rotWithShape="0">
                  <a:srgbClr val="004896"/>
                </a:outerShdw>
              </a:effectLst>
              <a:latin typeface="SUITE Variable Heavy" pitchFamily="2" charset="-127"/>
              <a:ea typeface="SUITE Variable Heavy" pitchFamily="2" charset="-127"/>
            </a:endParaRPr>
          </a:p>
          <a:p>
            <a:r>
              <a:rPr lang="ko-KR" altLang="en-US" sz="4000" dirty="0">
                <a:solidFill>
                  <a:schemeClr val="bg1"/>
                </a:solidFill>
                <a:latin typeface="SUITE Variable Light" pitchFamily="2" charset="-127"/>
                <a:ea typeface="SUITE Variable Light" pitchFamily="2" charset="-127"/>
              </a:rPr>
              <a:t>실시간 발전 데이터를 </a:t>
            </a:r>
            <a:r>
              <a:rPr lang="ko-KR" altLang="en-US" sz="4000" dirty="0" err="1">
                <a:solidFill>
                  <a:schemeClr val="bg1"/>
                </a:solidFill>
                <a:latin typeface="SUITE Variable Light" pitchFamily="2" charset="-127"/>
                <a:ea typeface="SUITE Variable Light" pitchFamily="2" charset="-127"/>
              </a:rPr>
              <a:t>시각화하여</a:t>
            </a:r>
            <a:r>
              <a:rPr lang="ko-KR" altLang="en-US" sz="4000" dirty="0">
                <a:solidFill>
                  <a:schemeClr val="bg1"/>
                </a:solidFill>
                <a:latin typeface="SUITE Variable Light" pitchFamily="2" charset="-127"/>
                <a:ea typeface="SUITE Variable Light" pitchFamily="2" charset="-127"/>
              </a:rPr>
              <a:t> 에너지 이해와 활용을 돕는 교육</a:t>
            </a:r>
            <a:r>
              <a:rPr lang="en-US" altLang="ko-KR" sz="4000" dirty="0">
                <a:solidFill>
                  <a:schemeClr val="bg1"/>
                </a:solidFill>
                <a:latin typeface="SUITE Variable Light" pitchFamily="2" charset="-127"/>
                <a:ea typeface="SUITE Variable Light" pitchFamily="2" charset="-127"/>
              </a:rPr>
              <a:t>·</a:t>
            </a:r>
            <a:r>
              <a:rPr lang="ko-KR" altLang="en-US" sz="4000" dirty="0">
                <a:solidFill>
                  <a:schemeClr val="bg1"/>
                </a:solidFill>
                <a:latin typeface="SUITE Variable Light" pitchFamily="2" charset="-127"/>
                <a:ea typeface="SUITE Variable Light" pitchFamily="2" charset="-127"/>
              </a:rPr>
              <a:t>정보 플랫폼</a:t>
            </a:r>
            <a:endParaRPr lang="ko-KR" altLang="en-US" sz="4000" dirty="0">
              <a:solidFill>
                <a:schemeClr val="bg1"/>
              </a:solidFill>
              <a:effectLst>
                <a:outerShdw blurRad="88900" dist="38100" dir="2700000" algn="tl" rotWithShape="0">
                  <a:srgbClr val="004896"/>
                </a:outerShdw>
              </a:effectLst>
              <a:latin typeface="SUITE Variable Light" pitchFamily="2" charset="-127"/>
              <a:ea typeface="SUITE Variable Light" pitchFamily="2" charset="-127"/>
            </a:endParaRPr>
          </a:p>
        </p:txBody>
      </p:sp>
      <p:sp>
        <p:nvSpPr>
          <p:cNvPr id="48" name="직사각형 47"/>
          <p:cNvSpPr/>
          <p:nvPr/>
        </p:nvSpPr>
        <p:spPr>
          <a:xfrm>
            <a:off x="1727417" y="5124450"/>
            <a:ext cx="2176711" cy="7048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dist"/>
            <a:r>
              <a:rPr lang="ko-KR" altLang="en-US" sz="4400" dirty="0" err="1">
                <a:solidFill>
                  <a:srgbClr val="00AC80"/>
                </a:solidFill>
                <a:latin typeface="SUITE Variable ExtraBold" pitchFamily="2" charset="-127"/>
                <a:ea typeface="SUITE Variable ExtraBold" pitchFamily="2" charset="-127"/>
              </a:rPr>
              <a:t>팀명</a:t>
            </a:r>
            <a:endParaRPr lang="ko-KR" altLang="en-US" sz="4400" dirty="0">
              <a:solidFill>
                <a:srgbClr val="00AC80"/>
              </a:solidFill>
              <a:latin typeface="SUITE Variable ExtraBold" pitchFamily="2" charset="-127"/>
              <a:ea typeface="SUITE Variable ExtraBold" pitchFamily="2" charset="-127"/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4427694" y="5116076"/>
            <a:ext cx="1646605" cy="769441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lang="ko-KR" altLang="en-US" sz="4400" dirty="0">
                <a:solidFill>
                  <a:schemeClr val="bg1"/>
                </a:solidFill>
                <a:latin typeface="SUITE Variable ExtraBold" pitchFamily="2" charset="-127"/>
                <a:ea typeface="SUITE Variable ExtraBold" pitchFamily="2" charset="-127"/>
              </a:rPr>
              <a:t>잡도리</a:t>
            </a:r>
          </a:p>
        </p:txBody>
      </p:sp>
      <p:sp>
        <p:nvSpPr>
          <p:cNvPr id="51" name="직사각형 50"/>
          <p:cNvSpPr/>
          <p:nvPr/>
        </p:nvSpPr>
        <p:spPr>
          <a:xfrm>
            <a:off x="1727417" y="5981700"/>
            <a:ext cx="2176711" cy="7239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dist"/>
            <a:r>
              <a:rPr lang="ko-KR" altLang="en-US" sz="4400" dirty="0">
                <a:solidFill>
                  <a:srgbClr val="00AC80"/>
                </a:solidFill>
                <a:latin typeface="SUITE Variable ExtraBold" pitchFamily="2" charset="-127"/>
                <a:ea typeface="SUITE Variable ExtraBold" pitchFamily="2" charset="-127"/>
              </a:rPr>
              <a:t>팀원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427694" y="5993730"/>
            <a:ext cx="8693405" cy="769441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lang="ko-KR" altLang="en-US" sz="4400" dirty="0" err="1">
                <a:solidFill>
                  <a:schemeClr val="bg1"/>
                </a:solidFill>
                <a:latin typeface="SUITE Variable ExtraBold" pitchFamily="2" charset="-127"/>
                <a:ea typeface="SUITE Variable ExtraBold" pitchFamily="2" charset="-127"/>
              </a:rPr>
              <a:t>김환희</a:t>
            </a:r>
            <a:r>
              <a:rPr lang="en-US" altLang="ko-KR" sz="4400" dirty="0">
                <a:solidFill>
                  <a:schemeClr val="bg1"/>
                </a:solidFill>
                <a:latin typeface="SUITE Variable ExtraBold" pitchFamily="2" charset="-127"/>
                <a:ea typeface="SUITE Variable ExtraBold" pitchFamily="2" charset="-127"/>
              </a:rPr>
              <a:t>, </a:t>
            </a:r>
            <a:r>
              <a:rPr lang="ko-KR" altLang="en-US" sz="4400" dirty="0">
                <a:solidFill>
                  <a:schemeClr val="bg1"/>
                </a:solidFill>
                <a:latin typeface="SUITE Variable ExtraBold" pitchFamily="2" charset="-127"/>
                <a:ea typeface="SUITE Variable ExtraBold" pitchFamily="2" charset="-127"/>
              </a:rPr>
              <a:t>이한별</a:t>
            </a:r>
            <a:r>
              <a:rPr lang="en-US" altLang="ko-KR" sz="4400" dirty="0">
                <a:solidFill>
                  <a:schemeClr val="bg1"/>
                </a:solidFill>
                <a:latin typeface="SUITE Variable ExtraBold" pitchFamily="2" charset="-127"/>
                <a:ea typeface="SUITE Variable ExtraBold" pitchFamily="2" charset="-127"/>
              </a:rPr>
              <a:t>, </a:t>
            </a:r>
            <a:r>
              <a:rPr lang="ko-KR" altLang="en-US" sz="4400" dirty="0" err="1">
                <a:solidFill>
                  <a:schemeClr val="bg1"/>
                </a:solidFill>
                <a:latin typeface="SUITE Variable ExtraBold" pitchFamily="2" charset="-127"/>
                <a:ea typeface="SUITE Variable ExtraBold" pitchFamily="2" charset="-127"/>
              </a:rPr>
              <a:t>임강혁</a:t>
            </a:r>
            <a:r>
              <a:rPr lang="en-US" altLang="ko-KR" sz="4400" dirty="0">
                <a:solidFill>
                  <a:schemeClr val="bg1"/>
                </a:solidFill>
                <a:latin typeface="SUITE Variable ExtraBold" pitchFamily="2" charset="-127"/>
                <a:ea typeface="SUITE Variable ExtraBold" pitchFamily="2" charset="-127"/>
              </a:rPr>
              <a:t>, </a:t>
            </a:r>
            <a:r>
              <a:rPr lang="ko-KR" altLang="en-US" sz="4400" dirty="0">
                <a:solidFill>
                  <a:schemeClr val="bg1"/>
                </a:solidFill>
                <a:latin typeface="SUITE Variable ExtraBold" pitchFamily="2" charset="-127"/>
                <a:ea typeface="SUITE Variable ExtraBold" pitchFamily="2" charset="-127"/>
              </a:rPr>
              <a:t>장재훈</a:t>
            </a:r>
            <a:r>
              <a:rPr lang="en-US" altLang="ko-KR" sz="4400" dirty="0">
                <a:solidFill>
                  <a:schemeClr val="bg1"/>
                </a:solidFill>
                <a:latin typeface="SUITE Variable ExtraBold" pitchFamily="2" charset="-127"/>
                <a:ea typeface="SUITE Variable ExtraBold" pitchFamily="2" charset="-127"/>
              </a:rPr>
              <a:t>, </a:t>
            </a:r>
            <a:r>
              <a:rPr lang="ko-KR" altLang="en-US" sz="4400" dirty="0">
                <a:solidFill>
                  <a:schemeClr val="bg1"/>
                </a:solidFill>
                <a:latin typeface="SUITE Variable ExtraBold" pitchFamily="2" charset="-127"/>
                <a:ea typeface="SUITE Variable ExtraBold" pitchFamily="2" charset="-127"/>
              </a:rPr>
              <a:t>최승표</a:t>
            </a:r>
          </a:p>
        </p:txBody>
      </p:sp>
      <p:sp>
        <p:nvSpPr>
          <p:cNvPr id="56" name="직사각형 55"/>
          <p:cNvSpPr/>
          <p:nvPr/>
        </p:nvSpPr>
        <p:spPr>
          <a:xfrm>
            <a:off x="1219201" y="6858000"/>
            <a:ext cx="3067050" cy="7239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dist"/>
            <a:r>
              <a:rPr lang="ko-KR" altLang="en-US" sz="4400" kern="100" spc="-300" dirty="0">
                <a:solidFill>
                  <a:srgbClr val="00AC80"/>
                </a:solidFill>
                <a:latin typeface="SUITE Variable ExtraBold" pitchFamily="2" charset="-127"/>
                <a:ea typeface="SUITE Variable ExtraBold" pitchFamily="2" charset="-127"/>
              </a:rPr>
              <a:t>지도선생님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427694" y="6871384"/>
            <a:ext cx="1776448" cy="769441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lang="ko-KR" altLang="en-US" sz="4400" dirty="0">
                <a:solidFill>
                  <a:schemeClr val="bg1"/>
                </a:solidFill>
                <a:latin typeface="SUITE Variable ExtraBold" pitchFamily="2" charset="-127"/>
                <a:ea typeface="SUITE Variable ExtraBold" pitchFamily="2" charset="-127"/>
              </a:rPr>
              <a:t>박태영</a:t>
            </a:r>
            <a:r>
              <a:rPr lang="en-US" altLang="ko-KR" sz="4400" dirty="0">
                <a:solidFill>
                  <a:schemeClr val="bg1"/>
                </a:solidFill>
                <a:latin typeface="SUITE Variable ExtraBold" pitchFamily="2" charset="-127"/>
                <a:ea typeface="SUITE Variable ExtraBold" pitchFamily="2" charset="-127"/>
              </a:rPr>
              <a:t> </a:t>
            </a:r>
            <a:endParaRPr lang="ko-KR" altLang="en-US" sz="4400" dirty="0">
              <a:solidFill>
                <a:schemeClr val="bg1"/>
              </a:solidFill>
              <a:latin typeface="SUITE Variable ExtraBold" pitchFamily="2" charset="-127"/>
              <a:ea typeface="SUITE Variable ExtraBold" pitchFamily="2" charset="-127"/>
            </a:endParaRPr>
          </a:p>
        </p:txBody>
      </p:sp>
      <p:sp>
        <p:nvSpPr>
          <p:cNvPr id="60" name="직사각형 59"/>
          <p:cNvSpPr/>
          <p:nvPr/>
        </p:nvSpPr>
        <p:spPr>
          <a:xfrm>
            <a:off x="1727417" y="7676559"/>
            <a:ext cx="2176711" cy="81974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dist"/>
            <a:r>
              <a:rPr lang="ko-KR" altLang="en-US" sz="4400" dirty="0">
                <a:solidFill>
                  <a:srgbClr val="00AC80"/>
                </a:solidFill>
                <a:latin typeface="SUITE Variable ExtraBold" pitchFamily="2" charset="-127"/>
                <a:ea typeface="SUITE Variable ExtraBold" pitchFamily="2" charset="-127"/>
              </a:rPr>
              <a:t>학교명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27694" y="7749039"/>
            <a:ext cx="5057795" cy="769441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lang="ko-KR" altLang="en-US" sz="4400" dirty="0">
                <a:solidFill>
                  <a:schemeClr val="bg1"/>
                </a:solidFill>
                <a:latin typeface="SUITE Variable ExtraBold" pitchFamily="2" charset="-127"/>
                <a:ea typeface="SUITE Variable ExtraBold" pitchFamily="2" charset="-127"/>
              </a:rPr>
              <a:t>수도전기공업고등학교</a:t>
            </a:r>
          </a:p>
        </p:txBody>
      </p:sp>
      <p:grpSp>
        <p:nvGrpSpPr>
          <p:cNvPr id="17" name="그룹 16"/>
          <p:cNvGrpSpPr/>
          <p:nvPr/>
        </p:nvGrpSpPr>
        <p:grpSpPr>
          <a:xfrm>
            <a:off x="987631" y="18522124"/>
            <a:ext cx="23081840" cy="929890"/>
            <a:chOff x="987631" y="18522124"/>
            <a:chExt cx="23081840" cy="929890"/>
          </a:xfrm>
        </p:grpSpPr>
        <p:pic>
          <p:nvPicPr>
            <p:cNvPr id="9" name="그림 8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87631" y="18522124"/>
              <a:ext cx="23081840" cy="910954"/>
            </a:xfrm>
            <a:prstGeom prst="rect">
              <a:avLst/>
            </a:prstGeom>
          </p:spPr>
        </p:pic>
        <p:sp>
          <p:nvSpPr>
            <p:cNvPr id="67" name="TextBox 66"/>
            <p:cNvSpPr txBox="1"/>
            <p:nvPr/>
          </p:nvSpPr>
          <p:spPr>
            <a:xfrm>
              <a:off x="1327255" y="18590240"/>
              <a:ext cx="3502882" cy="861774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r>
                <a:rPr lang="ko-KR" altLang="en-US" sz="5000" dirty="0">
                  <a:solidFill>
                    <a:schemeClr val="bg1"/>
                  </a:solidFill>
                  <a:latin typeface="SUITE Variable ExtraBold" pitchFamily="2" charset="-127"/>
                  <a:ea typeface="SUITE Variable ExtraBold" pitchFamily="2" charset="-127"/>
                </a:rPr>
                <a:t>시스템구성도</a:t>
              </a:r>
            </a:p>
          </p:txBody>
        </p:sp>
      </p:grpSp>
      <p:pic>
        <p:nvPicPr>
          <p:cNvPr id="11" name="그림 10" descr="도표, 텍스트, 스크린샷, 라인이(가) 표시된 사진">
            <a:extLst>
              <a:ext uri="{FF2B5EF4-FFF2-40B4-BE49-F238E27FC236}">
                <a16:creationId xmlns:a16="http://schemas.microsoft.com/office/drawing/2014/main" id="{6E92F880-E02E-5AD8-A3CA-132040BA102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7631" y="19482258"/>
            <a:ext cx="21758620" cy="7439823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17D8326-922A-DD2C-7BCC-62732B7FEDC7}"/>
              </a:ext>
            </a:extLst>
          </p:cNvPr>
          <p:cNvSpPr txBox="1"/>
          <p:nvPr/>
        </p:nvSpPr>
        <p:spPr>
          <a:xfrm>
            <a:off x="987631" y="11084576"/>
            <a:ext cx="23081840" cy="28843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>
                <a:latin typeface="SUITE Variable Heavy" pitchFamily="2" charset="-127"/>
                <a:ea typeface="SUITE Variable Heavy" pitchFamily="2" charset="-127"/>
              </a:rPr>
              <a:t>목적</a:t>
            </a:r>
            <a:endParaRPr lang="en-US" altLang="ko-KR" sz="7200" dirty="0">
              <a:latin typeface="SUITE Variable Heavy" pitchFamily="2" charset="-127"/>
              <a:ea typeface="SUITE Variable Heavy" pitchFamily="2" charset="-127"/>
            </a:endParaRPr>
          </a:p>
          <a:p>
            <a:r>
              <a:rPr lang="ko-KR" altLang="en-US" sz="5500" dirty="0">
                <a:latin typeface="SUITE Variable Medium" pitchFamily="2" charset="-127"/>
                <a:ea typeface="SUITE Variable Medium" pitchFamily="2" charset="-127"/>
              </a:rPr>
              <a:t>저희 웹사이트의 목적은 대한민국 국민이 우리나라의 전력생산 구조와 발전량 변동을 직관적으로 이해하도록 돕고</a:t>
            </a:r>
            <a:r>
              <a:rPr lang="en-US" altLang="ko-KR" sz="5500" dirty="0">
                <a:latin typeface="SUITE Variable Medium" pitchFamily="2" charset="-127"/>
                <a:ea typeface="SUITE Variable Medium" pitchFamily="2" charset="-127"/>
              </a:rPr>
              <a:t>, </a:t>
            </a:r>
            <a:r>
              <a:rPr lang="ko-KR" altLang="en-US" sz="5500" dirty="0">
                <a:latin typeface="SUITE Variable Medium" pitchFamily="2" charset="-127"/>
                <a:ea typeface="SUITE Variable Medium" pitchFamily="2" charset="-127"/>
              </a:rPr>
              <a:t>이를 다양한 분야로 확장시키는 것입니다</a:t>
            </a:r>
            <a:r>
              <a:rPr lang="en-US" altLang="ko-KR" sz="5500" dirty="0">
                <a:latin typeface="SUITE Variable Medium" pitchFamily="2" charset="-127"/>
                <a:ea typeface="SUITE Variable Medium" pitchFamily="2" charset="-127"/>
              </a:rPr>
              <a:t>.</a:t>
            </a:r>
            <a:endParaRPr lang="ko-KR" altLang="en-US" sz="5500" dirty="0">
              <a:latin typeface="SUITE Variable Medium" pitchFamily="2" charset="-127"/>
              <a:ea typeface="SUITE Variable Medium" pitchFamily="2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98A72FB-5A57-0E91-E6D0-19DAA0CF2243}"/>
              </a:ext>
            </a:extLst>
          </p:cNvPr>
          <p:cNvSpPr txBox="1"/>
          <p:nvPr/>
        </p:nvSpPr>
        <p:spPr>
          <a:xfrm>
            <a:off x="987630" y="14122780"/>
            <a:ext cx="22885089" cy="38076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>
                <a:latin typeface="SUITE Variable Heavy" pitchFamily="2" charset="-127"/>
                <a:ea typeface="SUITE Variable Heavy" pitchFamily="2" charset="-127"/>
              </a:rPr>
              <a:t>배경</a:t>
            </a:r>
            <a:endParaRPr lang="en-US" altLang="ko-KR" dirty="0">
              <a:latin typeface="SUITE Variable Heavy" pitchFamily="2" charset="-127"/>
              <a:ea typeface="SUITE Variable Heavy" pitchFamily="2" charset="-127"/>
            </a:endParaRPr>
          </a:p>
          <a:p>
            <a:r>
              <a:rPr lang="ko-KR" altLang="en-US" sz="5500" dirty="0">
                <a:latin typeface="SUITE Variable Medium" pitchFamily="2" charset="-127"/>
                <a:ea typeface="SUITE Variable Medium" pitchFamily="2" charset="-127"/>
              </a:rPr>
              <a:t>아이디어를 구상할 때</a:t>
            </a:r>
            <a:r>
              <a:rPr lang="en-US" altLang="ko-KR" sz="5500" dirty="0">
                <a:latin typeface="SUITE Variable Medium" pitchFamily="2" charset="-127"/>
                <a:ea typeface="SUITE Variable Medium" pitchFamily="2" charset="-127"/>
              </a:rPr>
              <a:t>, </a:t>
            </a:r>
            <a:r>
              <a:rPr lang="ko-KR" altLang="en-US" sz="5500" dirty="0">
                <a:latin typeface="SUITE Variable Medium" pitchFamily="2" charset="-127"/>
                <a:ea typeface="SUITE Variable Medium" pitchFamily="2" charset="-127"/>
              </a:rPr>
              <a:t>국민들이 실시간으로 발전량을 볼 수 있는 사이트가 없다는 것을 알게 되었습니다</a:t>
            </a:r>
            <a:r>
              <a:rPr lang="en-US" altLang="ko-KR" sz="5500" dirty="0">
                <a:latin typeface="SUITE Variable Medium" pitchFamily="2" charset="-127"/>
                <a:ea typeface="SUITE Variable Medium" pitchFamily="2" charset="-127"/>
              </a:rPr>
              <a:t>. </a:t>
            </a:r>
            <a:r>
              <a:rPr lang="ko-KR" altLang="en-US" sz="5500" dirty="0">
                <a:latin typeface="SUITE Variable Medium" pitchFamily="2" charset="-127"/>
                <a:ea typeface="SUITE Variable Medium" pitchFamily="2" charset="-127"/>
              </a:rPr>
              <a:t>사람들이 에너지 발전량의 흥미를 가지면 우리나라의 에너지 산업의 기대치를 올릴 수 있어</a:t>
            </a:r>
            <a:r>
              <a:rPr lang="en-US" altLang="ko-KR" sz="5500" dirty="0">
                <a:latin typeface="SUITE Variable Medium" pitchFamily="2" charset="-127"/>
                <a:ea typeface="SUITE Variable Medium" pitchFamily="2" charset="-127"/>
              </a:rPr>
              <a:t>, </a:t>
            </a:r>
            <a:r>
              <a:rPr lang="ko-KR" altLang="en-US" sz="5500" dirty="0">
                <a:latin typeface="SUITE Variable Medium" pitchFamily="2" charset="-127"/>
                <a:ea typeface="SUITE Variable Medium" pitchFamily="2" charset="-127"/>
              </a:rPr>
              <a:t>이 웹 사이트를 개발하게 되었습니다</a:t>
            </a:r>
            <a:r>
              <a:rPr lang="en-US" altLang="ko-KR" sz="6000" dirty="0">
                <a:latin typeface="SUITE Variable Medium" pitchFamily="2" charset="-127"/>
                <a:ea typeface="SUITE Variable Medium" pitchFamily="2" charset="-127"/>
              </a:rPr>
              <a:t>. </a:t>
            </a:r>
            <a:endParaRPr lang="ko-KR" altLang="en-US" sz="6000" dirty="0">
              <a:latin typeface="SUITE Variable Medium" pitchFamily="2" charset="-127"/>
              <a:ea typeface="SUITE Variable Medium" pitchFamily="2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46399B5-EBF2-13D1-AAF4-88B42BE97E1C}"/>
              </a:ext>
            </a:extLst>
          </p:cNvPr>
          <p:cNvSpPr txBox="1"/>
          <p:nvPr/>
        </p:nvSpPr>
        <p:spPr>
          <a:xfrm>
            <a:off x="1015623" y="36992170"/>
            <a:ext cx="10124888" cy="62478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0" dirty="0">
                <a:latin typeface="SUITE Variable Heavy" pitchFamily="2" charset="-127"/>
                <a:ea typeface="SUITE Variable Heavy" pitchFamily="2" charset="-127"/>
              </a:rPr>
              <a:t>기대효과</a:t>
            </a:r>
            <a:endParaRPr lang="en-US" altLang="ko-KR" sz="7000" dirty="0">
              <a:latin typeface="SUITE Variable Heavy" pitchFamily="2" charset="-127"/>
              <a:ea typeface="SUITE Variable Heavy" pitchFamily="2" charset="-127"/>
            </a:endParaRPr>
          </a:p>
          <a:p>
            <a:r>
              <a:rPr lang="ko-KR" altLang="en-US" sz="5500" dirty="0">
                <a:latin typeface="SUITE Variable Light" pitchFamily="2" charset="-127"/>
                <a:ea typeface="SUITE Variable Light" pitchFamily="2" charset="-127"/>
              </a:rPr>
              <a:t>이 프로젝트는 실시간 발전 데이터를 </a:t>
            </a:r>
            <a:endParaRPr lang="en-US" altLang="ko-KR" sz="5500" dirty="0">
              <a:latin typeface="SUITE Variable Light" pitchFamily="2" charset="-127"/>
              <a:ea typeface="SUITE Variable Light" pitchFamily="2" charset="-127"/>
            </a:endParaRPr>
          </a:p>
          <a:p>
            <a:r>
              <a:rPr lang="ko-KR" altLang="en-US" sz="5500" dirty="0">
                <a:latin typeface="SUITE Variable Light" pitchFamily="2" charset="-127"/>
                <a:ea typeface="SUITE Variable Light" pitchFamily="2" charset="-127"/>
              </a:rPr>
              <a:t>시각적으로 보여줌으로써 학생들의 </a:t>
            </a:r>
            <a:endParaRPr lang="en-US" altLang="ko-KR" sz="5500" dirty="0">
              <a:latin typeface="SUITE Variable Light" pitchFamily="2" charset="-127"/>
              <a:ea typeface="SUITE Variable Light" pitchFamily="2" charset="-127"/>
            </a:endParaRPr>
          </a:p>
          <a:p>
            <a:r>
              <a:rPr lang="ko-KR" altLang="en-US" sz="5500" dirty="0">
                <a:latin typeface="SUITE Variable Light" pitchFamily="2" charset="-127"/>
                <a:ea typeface="SUITE Variable Light" pitchFamily="2" charset="-127"/>
              </a:rPr>
              <a:t>체험형 에너지 학습 기회를 제공하고</a:t>
            </a:r>
            <a:r>
              <a:rPr lang="en-US" altLang="ko-KR" sz="5500" dirty="0">
                <a:latin typeface="SUITE Variable Light" pitchFamily="2" charset="-127"/>
                <a:ea typeface="SUITE Variable Light" pitchFamily="2" charset="-127"/>
              </a:rPr>
              <a:t>,</a:t>
            </a:r>
            <a:r>
              <a:rPr lang="ko-KR" altLang="en-US" sz="5500" dirty="0">
                <a:latin typeface="SUITE Variable Light" pitchFamily="2" charset="-127"/>
                <a:ea typeface="SUITE Variable Light" pitchFamily="2" charset="-127"/>
              </a:rPr>
              <a:t> </a:t>
            </a:r>
            <a:endParaRPr lang="en-US" altLang="ko-KR" sz="5500" dirty="0">
              <a:latin typeface="SUITE Variable Light" pitchFamily="2" charset="-127"/>
              <a:ea typeface="SUITE Variable Light" pitchFamily="2" charset="-127"/>
            </a:endParaRPr>
          </a:p>
          <a:p>
            <a:r>
              <a:rPr lang="ko-KR" altLang="en-US" sz="5500" dirty="0">
                <a:latin typeface="SUITE Variable Light" pitchFamily="2" charset="-127"/>
                <a:ea typeface="SUITE Variable Light" pitchFamily="2" charset="-127"/>
              </a:rPr>
              <a:t>시민들의 환경 의식을 높입니다</a:t>
            </a:r>
            <a:r>
              <a:rPr lang="en-US" altLang="ko-KR" sz="5500" dirty="0">
                <a:latin typeface="SUITE Variable Light" pitchFamily="2" charset="-127"/>
                <a:ea typeface="SUITE Variable Light" pitchFamily="2" charset="-127"/>
              </a:rPr>
              <a:t>. </a:t>
            </a:r>
          </a:p>
          <a:p>
            <a:r>
              <a:rPr lang="ko-KR" altLang="en-US" sz="5500" dirty="0">
                <a:latin typeface="SUITE Variable Light" pitchFamily="2" charset="-127"/>
                <a:ea typeface="SUITE Variable Light" pitchFamily="2" charset="-127"/>
              </a:rPr>
              <a:t>또한 데이터를 활용해 에너지 산업의 </a:t>
            </a:r>
            <a:endParaRPr lang="en-US" altLang="ko-KR" sz="5500" dirty="0">
              <a:latin typeface="SUITE Variable Light" pitchFamily="2" charset="-127"/>
              <a:ea typeface="SUITE Variable Light" pitchFamily="2" charset="-127"/>
            </a:endParaRPr>
          </a:p>
          <a:p>
            <a:r>
              <a:rPr lang="ko-KR" altLang="en-US" sz="5500" dirty="0">
                <a:latin typeface="SUITE Variable Light" pitchFamily="2" charset="-127"/>
                <a:ea typeface="SUITE Variable Light" pitchFamily="2" charset="-127"/>
              </a:rPr>
              <a:t>효율적인 의사결정을 지원합니다</a:t>
            </a:r>
            <a:r>
              <a:rPr lang="en-US" altLang="ko-KR" sz="5500" dirty="0">
                <a:latin typeface="SUITE Variable Light" pitchFamily="2" charset="-127"/>
                <a:ea typeface="SUITE Variable Light" pitchFamily="2" charset="-127"/>
              </a:rPr>
              <a:t>.</a:t>
            </a:r>
            <a:endParaRPr lang="ko-KR" altLang="en-US" sz="5500" dirty="0">
              <a:latin typeface="SUITE Variable Light" pitchFamily="2" charset="-127"/>
              <a:ea typeface="SUITE Variable Light" pitchFamily="2" charset="-127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8FB69A66-816F-C6C6-6C43-3FD951668F3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14040" y="28732632"/>
            <a:ext cx="8626588" cy="4854361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9E856F0C-1872-7271-CE4E-CA64B2D6086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87648" y="28717391"/>
            <a:ext cx="5273497" cy="4884843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21EF4D1C-31D4-7EFD-4A11-3F33EE87758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885637" y="28770011"/>
            <a:ext cx="6926690" cy="4779603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EC2D78CD-0BC2-C243-0A71-55C1D6D57D14}"/>
              </a:ext>
            </a:extLst>
          </p:cNvPr>
          <p:cNvSpPr txBox="1"/>
          <p:nvPr/>
        </p:nvSpPr>
        <p:spPr>
          <a:xfrm>
            <a:off x="1206156" y="33982859"/>
            <a:ext cx="5636479" cy="116955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3500" dirty="0">
                <a:latin typeface="SUITE Variable Light" pitchFamily="2" charset="-127"/>
                <a:ea typeface="SUITE Variable Light" pitchFamily="2" charset="-127"/>
              </a:rPr>
              <a:t>발전소 위치 표시 및 발전량 표시</a:t>
            </a:r>
            <a:endParaRPr lang="en-US" altLang="ko-KR" sz="3500" dirty="0">
              <a:latin typeface="SUITE Variable Light" pitchFamily="2" charset="-127"/>
              <a:ea typeface="SUITE Variable Light" pitchFamily="2" charset="-127"/>
            </a:endParaRPr>
          </a:p>
          <a:p>
            <a:pPr algn="ctr"/>
            <a:r>
              <a:rPr lang="en-US" altLang="ko-KR" sz="3500" dirty="0">
                <a:latin typeface="SUITE Variable Light" pitchFamily="2" charset="-127"/>
                <a:ea typeface="SUITE Variable Light" pitchFamily="2" charset="-127"/>
              </a:rPr>
              <a:t>(</a:t>
            </a:r>
            <a:r>
              <a:rPr lang="ko-KR" altLang="en-US" sz="3500" dirty="0">
                <a:latin typeface="SUITE Variable Light" pitchFamily="2" charset="-127"/>
                <a:ea typeface="SUITE Variable Light" pitchFamily="2" charset="-127"/>
              </a:rPr>
              <a:t>그래프로 오늘 발전량 표시</a:t>
            </a:r>
            <a:r>
              <a:rPr lang="en-US" altLang="ko-KR" sz="3500" dirty="0">
                <a:latin typeface="SUITE Variable Light" pitchFamily="2" charset="-127"/>
                <a:ea typeface="SUITE Variable Light" pitchFamily="2" charset="-127"/>
              </a:rPr>
              <a:t>)</a:t>
            </a:r>
            <a:endParaRPr lang="ko-KR" altLang="en-US" sz="3500" dirty="0">
              <a:latin typeface="SUITE Variable Light" pitchFamily="2" charset="-127"/>
              <a:ea typeface="SUITE Variable Light" pitchFamily="2" charset="-127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7CEC9C5-01EE-4608-F19A-5D05F5B020BE}"/>
              </a:ext>
            </a:extLst>
          </p:cNvPr>
          <p:cNvSpPr txBox="1"/>
          <p:nvPr/>
        </p:nvSpPr>
        <p:spPr>
          <a:xfrm>
            <a:off x="10402717" y="34252163"/>
            <a:ext cx="3049233" cy="63094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500" dirty="0">
                <a:latin typeface="SUITE Variable Light" pitchFamily="2" charset="-127"/>
                <a:ea typeface="SUITE Variable Light" pitchFamily="2" charset="-127"/>
              </a:rPr>
              <a:t>발전량 예측</a:t>
            </a:r>
            <a:r>
              <a:rPr lang="en-US" altLang="ko-KR" sz="3500" dirty="0">
                <a:latin typeface="SUITE Variable Light" pitchFamily="2" charset="-127"/>
                <a:ea typeface="SUITE Variable Light" pitchFamily="2" charset="-127"/>
              </a:rPr>
              <a:t> </a:t>
            </a:r>
            <a:r>
              <a:rPr lang="ko-KR" altLang="en-US" sz="3500" dirty="0">
                <a:latin typeface="SUITE Variable Light" pitchFamily="2" charset="-127"/>
                <a:ea typeface="SUITE Variable Light" pitchFamily="2" charset="-127"/>
              </a:rPr>
              <a:t>게임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9C0F630-D564-24F7-5D0B-62EEF1ACED82}"/>
              </a:ext>
            </a:extLst>
          </p:cNvPr>
          <p:cNvSpPr txBox="1"/>
          <p:nvPr/>
        </p:nvSpPr>
        <p:spPr>
          <a:xfrm>
            <a:off x="16870064" y="33982859"/>
            <a:ext cx="7199407" cy="116955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3500" dirty="0">
                <a:latin typeface="SUITE Variable Light" pitchFamily="2" charset="-127"/>
                <a:ea typeface="SUITE Variable Light" pitchFamily="2" charset="-127"/>
              </a:rPr>
              <a:t>전기 발전의 대한 더 다양한 콘텐츠 제공</a:t>
            </a:r>
            <a:br>
              <a:rPr lang="en-US" altLang="ko-KR" sz="3500" dirty="0">
                <a:latin typeface="SUITE Variable Light" pitchFamily="2" charset="-127"/>
                <a:ea typeface="SUITE Variable Light" pitchFamily="2" charset="-127"/>
              </a:rPr>
            </a:br>
            <a:r>
              <a:rPr lang="en-US" altLang="ko-KR" sz="3500" dirty="0">
                <a:latin typeface="SUITE Variable Light" pitchFamily="2" charset="-127"/>
                <a:ea typeface="SUITE Variable Light" pitchFamily="2" charset="-127"/>
              </a:rPr>
              <a:t>(</a:t>
            </a:r>
            <a:r>
              <a:rPr lang="ko-KR" altLang="en-US" sz="3500" dirty="0">
                <a:latin typeface="SUITE Variable Light" pitchFamily="2" charset="-127"/>
                <a:ea typeface="SUITE Variable Light" pitchFamily="2" charset="-127"/>
              </a:rPr>
              <a:t>태그 기능을 통해 사용자 맞춤 검색 가능</a:t>
            </a:r>
            <a:r>
              <a:rPr lang="en-US" altLang="ko-KR" sz="3500" dirty="0">
                <a:latin typeface="SUITE Variable Light" pitchFamily="2" charset="-127"/>
                <a:ea typeface="SUITE Variable Light" pitchFamily="2" charset="-127"/>
              </a:rPr>
              <a:t>)</a:t>
            </a:r>
            <a:endParaRPr lang="ko-KR" altLang="en-US" sz="3500" dirty="0">
              <a:latin typeface="SUITE Variable Light" pitchFamily="2" charset="-127"/>
              <a:ea typeface="SUITE Variable Light" pitchFamily="2" charset="-127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C6AB279-559B-B12A-EAC2-865D216A0989}"/>
              </a:ext>
            </a:extLst>
          </p:cNvPr>
          <p:cNvSpPr txBox="1"/>
          <p:nvPr/>
        </p:nvSpPr>
        <p:spPr>
          <a:xfrm rot="984251">
            <a:off x="8564190" y="25348998"/>
            <a:ext cx="1337320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500" dirty="0">
                <a:latin typeface="SUITE Variable Light" pitchFamily="2" charset="-127"/>
                <a:ea typeface="SUITE Variable Light" pitchFamily="2" charset="-127"/>
              </a:rPr>
              <a:t>API </a:t>
            </a:r>
            <a:r>
              <a:rPr lang="ko-KR" altLang="en-US" sz="2500" dirty="0">
                <a:latin typeface="SUITE Variable Light" pitchFamily="2" charset="-127"/>
                <a:ea typeface="SUITE Variable Light" pitchFamily="2" charset="-127"/>
              </a:rPr>
              <a:t>호출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E1525E0-6F2A-C88D-7E7F-29378A988045}"/>
              </a:ext>
            </a:extLst>
          </p:cNvPr>
          <p:cNvSpPr txBox="1"/>
          <p:nvPr/>
        </p:nvSpPr>
        <p:spPr>
          <a:xfrm rot="20278901">
            <a:off x="13940691" y="25167021"/>
            <a:ext cx="1337320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500" dirty="0">
                <a:latin typeface="SUITE Variable Light" pitchFamily="2" charset="-127"/>
                <a:ea typeface="SUITE Variable Light" pitchFamily="2" charset="-127"/>
              </a:rPr>
              <a:t>API </a:t>
            </a:r>
            <a:r>
              <a:rPr lang="ko-KR" altLang="en-US" sz="2500" dirty="0">
                <a:latin typeface="SUITE Variable Light" pitchFamily="2" charset="-127"/>
                <a:ea typeface="SUITE Variable Light" pitchFamily="2" charset="-127"/>
              </a:rPr>
              <a:t>호출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D8E7A7F-CDCC-0704-CABC-A40CAE6A423B}"/>
              </a:ext>
            </a:extLst>
          </p:cNvPr>
          <p:cNvSpPr txBox="1"/>
          <p:nvPr/>
        </p:nvSpPr>
        <p:spPr>
          <a:xfrm rot="984251">
            <a:off x="5882355" y="23971528"/>
            <a:ext cx="3031918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500" dirty="0">
                <a:latin typeface="SUITE Variable Light" pitchFamily="2" charset="-127"/>
                <a:ea typeface="SUITE Variable Light" pitchFamily="2" charset="-127"/>
              </a:rPr>
              <a:t>실시간 발전량 제공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D861B0F-786C-28A5-2960-CC6C6CF1D0D7}"/>
              </a:ext>
            </a:extLst>
          </p:cNvPr>
          <p:cNvSpPr txBox="1"/>
          <p:nvPr/>
        </p:nvSpPr>
        <p:spPr>
          <a:xfrm rot="984251">
            <a:off x="14950156" y="21092586"/>
            <a:ext cx="3031918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500" dirty="0">
                <a:latin typeface="SUITE Variable Light" pitchFamily="2" charset="-127"/>
                <a:ea typeface="SUITE Variable Light" pitchFamily="2" charset="-127"/>
              </a:rPr>
              <a:t>발전량 정보 업데이트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0A3C1D0-2D2E-465E-03CA-3FE05D230622}"/>
              </a:ext>
            </a:extLst>
          </p:cNvPr>
          <p:cNvSpPr txBox="1"/>
          <p:nvPr/>
        </p:nvSpPr>
        <p:spPr>
          <a:xfrm rot="20278901">
            <a:off x="5578616" y="22579012"/>
            <a:ext cx="1337320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500" dirty="0">
                <a:latin typeface="SUITE Variable Light" pitchFamily="2" charset="-127"/>
                <a:ea typeface="SUITE Variable Light" pitchFamily="2" charset="-127"/>
              </a:rPr>
              <a:t>정보 제공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489ADA00-189E-ADE6-DA62-7EF0D5FE2B3C}"/>
              </a:ext>
            </a:extLst>
          </p:cNvPr>
          <p:cNvSpPr txBox="1"/>
          <p:nvPr/>
        </p:nvSpPr>
        <p:spPr>
          <a:xfrm rot="20278901">
            <a:off x="7785194" y="20533965"/>
            <a:ext cx="1674400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500">
                <a:latin typeface="SUITE Variable Light" pitchFamily="2" charset="-127"/>
                <a:ea typeface="SUITE Variable Light" pitchFamily="2" charset="-127"/>
              </a:rPr>
              <a:t>사용자 요청</a:t>
            </a:r>
            <a:endParaRPr lang="ko-KR" altLang="en-US" sz="2500" dirty="0">
              <a:latin typeface="SUITE Variable Light" pitchFamily="2" charset="-127"/>
              <a:ea typeface="SUITE Variable Light" pitchFamily="2" charset="-127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E4BA56F-10A3-4CC7-97CE-D059140711DA}"/>
              </a:ext>
            </a:extLst>
          </p:cNvPr>
          <p:cNvSpPr txBox="1"/>
          <p:nvPr/>
        </p:nvSpPr>
        <p:spPr>
          <a:xfrm rot="20278901">
            <a:off x="14305302" y="23550370"/>
            <a:ext cx="3622110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500" dirty="0">
                <a:latin typeface="SUITE Variable Light" pitchFamily="2" charset="-127"/>
                <a:ea typeface="SUITE Variable Light" pitchFamily="2" charset="-127"/>
              </a:rPr>
              <a:t>발전소당 기간별 발전량 정보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D6B1D7A-E36A-6786-3E6B-7ECEBA191A16}"/>
              </a:ext>
            </a:extLst>
          </p:cNvPr>
          <p:cNvSpPr txBox="1"/>
          <p:nvPr/>
        </p:nvSpPr>
        <p:spPr>
          <a:xfrm>
            <a:off x="12430174" y="36992170"/>
            <a:ext cx="4259499" cy="455509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0" dirty="0">
                <a:latin typeface="SUITE Variable Heavy" pitchFamily="2" charset="-127"/>
                <a:ea typeface="SUITE Variable Heavy" pitchFamily="2" charset="-127"/>
              </a:rPr>
              <a:t>메뉴 창</a:t>
            </a:r>
            <a:r>
              <a:rPr lang="en-US" altLang="ko-KR" sz="7000" dirty="0">
                <a:latin typeface="SUITE Variable Heavy" pitchFamily="2" charset="-127"/>
                <a:ea typeface="SUITE Variable Heavy" pitchFamily="2" charset="-127"/>
              </a:rPr>
              <a:t> </a:t>
            </a:r>
          </a:p>
          <a:p>
            <a:r>
              <a:rPr lang="ko-KR" altLang="en-US" sz="5500" dirty="0">
                <a:latin typeface="SUITE Variable Light" pitchFamily="2" charset="-127"/>
                <a:ea typeface="SUITE Variable Light" pitchFamily="2" charset="-127"/>
              </a:rPr>
              <a:t>●</a:t>
            </a:r>
            <a:r>
              <a:rPr lang="en-US" altLang="ko-KR" sz="5500" dirty="0">
                <a:latin typeface="SUITE Variable Light" pitchFamily="2" charset="-127"/>
                <a:ea typeface="SUITE Variable Light" pitchFamily="2" charset="-127"/>
              </a:rPr>
              <a:t> Map</a:t>
            </a:r>
          </a:p>
          <a:p>
            <a:r>
              <a:rPr lang="ko-KR" altLang="en-US" sz="5500" dirty="0">
                <a:latin typeface="SUITE Variable Light" pitchFamily="2" charset="-127"/>
                <a:ea typeface="SUITE Variable Light" pitchFamily="2" charset="-127"/>
              </a:rPr>
              <a:t>● </a:t>
            </a:r>
            <a:r>
              <a:rPr lang="en-US" altLang="ko-KR" sz="5500" dirty="0">
                <a:latin typeface="SUITE Variable Light" pitchFamily="2" charset="-127"/>
                <a:ea typeface="SUITE Variable Light" pitchFamily="2" charset="-127"/>
              </a:rPr>
              <a:t>Slide</a:t>
            </a:r>
          </a:p>
          <a:p>
            <a:r>
              <a:rPr lang="ko-KR" altLang="en-US" sz="5500" dirty="0">
                <a:latin typeface="SUITE Variable Light" pitchFamily="2" charset="-127"/>
                <a:ea typeface="SUITE Variable Light" pitchFamily="2" charset="-127"/>
              </a:rPr>
              <a:t>●</a:t>
            </a:r>
            <a:r>
              <a:rPr lang="en-US" altLang="ko-KR" sz="5500" dirty="0">
                <a:latin typeface="SUITE Variable Light" pitchFamily="2" charset="-127"/>
                <a:ea typeface="SUITE Variable Light" pitchFamily="2" charset="-127"/>
              </a:rPr>
              <a:t> Game</a:t>
            </a:r>
          </a:p>
          <a:p>
            <a:r>
              <a:rPr lang="ko-KR" altLang="en-US" sz="5500" dirty="0">
                <a:latin typeface="SUITE Variable Light" pitchFamily="2" charset="-127"/>
                <a:ea typeface="SUITE Variable Light" pitchFamily="2" charset="-127"/>
              </a:rPr>
              <a:t>●</a:t>
            </a:r>
            <a:r>
              <a:rPr lang="en-US" altLang="ko-KR" sz="5500" dirty="0">
                <a:latin typeface="SUITE Variable Light" pitchFamily="2" charset="-127"/>
                <a:ea typeface="SUITE Variable Light" pitchFamily="2" charset="-127"/>
              </a:rPr>
              <a:t> Education</a:t>
            </a:r>
          </a:p>
        </p:txBody>
      </p:sp>
    </p:spTree>
    <p:extLst>
      <p:ext uri="{BB962C8B-B14F-4D97-AF65-F5344CB8AC3E}">
        <p14:creationId xmlns:p14="http://schemas.microsoft.com/office/powerpoint/2010/main" val="141228614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1278</TotalTime>
  <Words>185</Words>
  <Application>Microsoft Office PowerPoint</Application>
  <PresentationFormat>사용자 지정</PresentationFormat>
  <Paragraphs>42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9" baseType="lpstr">
      <vt:lpstr>SUITE Variable ExtraBold</vt:lpstr>
      <vt:lpstr>SUITE Variable Heavy</vt:lpstr>
      <vt:lpstr>SUITE Variable Light</vt:lpstr>
      <vt:lpstr>SUITE Variable Medium</vt:lpstr>
      <vt:lpstr>Arial</vt:lpstr>
      <vt:lpstr>Calibri</vt:lpstr>
      <vt:lpstr>Calibri Light</vt:lpstr>
      <vt:lpstr>Office 테마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Microsoft 계정</dc:creator>
  <cp:lastModifiedBy>[1학년 9반]최승표</cp:lastModifiedBy>
  <cp:revision>25</cp:revision>
  <dcterms:created xsi:type="dcterms:W3CDTF">2023-10-25T04:17:20Z</dcterms:created>
  <dcterms:modified xsi:type="dcterms:W3CDTF">2025-11-10T10:56:44Z</dcterms:modified>
</cp:coreProperties>
</file>